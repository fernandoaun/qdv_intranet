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A5EB6-BE4A-4AB0-A42E-B3E56EA89BE3}" v="8" dt="2026-05-12T14:47:26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0B55D2-F9AB-464A-8A30-10AE58A03775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81818F6-82B2-4C8C-9F91-F86E5A5B2980}">
      <dgm:prSet phldrT="[Texto]" phldr="0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Gerencia general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737EA8-A398-448C-A61C-1001443BE3B9}" type="parTrans" cxnId="{3BE09BFC-0BD5-4CDC-A931-BC21E9570EF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201E3F-C79A-4D63-914B-2E669B0A2534}" type="sibTrans" cxnId="{3BE09BFC-0BD5-4CDC-A931-BC21E9570EF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B77840-C8F7-496C-9C7C-1178BB17C91C}">
      <dgm:prSet phldrT="[Texto]" phldr="0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Responsable de Administración</a:t>
          </a:r>
        </a:p>
      </dgm:t>
    </dgm:pt>
    <dgm:pt modelId="{81804A20-9550-41A3-9CC8-C04D32A1A2FE}" type="parTrans" cxnId="{0F2DAC89-58C9-412F-9561-FA6204E46BE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8E33B6-8E66-405D-A385-81712AC4010C}" type="sibTrans" cxnId="{0F2DAC89-58C9-412F-9561-FA6204E46BE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4E9987-EF72-4503-9CD7-66B2F4F8A5C1}">
      <dgm:prSet phldrT="[Texto]" phldr="0"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Responsable de Planta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54A8DB-2347-4BF6-8FF4-DB966BFB44DB}" type="parTrans" cxnId="{F38520A8-C525-4A40-B5E5-54119E47DAC9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F85D31-D42A-49BB-90B7-FA074FFA8CCE}" type="sibTrans" cxnId="{F38520A8-C525-4A40-B5E5-54119E47DAC9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906FA1-CC52-4011-B37C-8EBE4D3F8D61}">
      <dgm:prSet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Responsable de RRHH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FED952-1CBC-405A-9BD8-027BCD3495EB}" type="parTrans" cxnId="{CAD6349F-E33F-4A41-9A10-295C5E610FF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C97DB5-AD6F-4A4D-B10D-509236B94F38}" type="sibTrans" cxnId="{CAD6349F-E33F-4A41-9A10-295C5E610FF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E23366-3ABF-4820-AFD8-A48CA78D17F5}">
      <dgm:prSet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Responsable de Logistica y distribución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1C15D3-C6C3-4E2A-BA3F-8593F3111476}" type="parTrans" cxnId="{29BC3629-2A65-4F65-AEBA-FDCA331D932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769915-6A10-44A3-9E3C-B84CDD21F7D9}" type="sibTrans" cxnId="{29BC3629-2A65-4F65-AEBA-FDCA331D932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F16DBA-1DFE-42ED-88F1-450824EA32C2}">
      <dgm:prSet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Responsable de Control de Calidad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384976-1993-4E51-86CB-3AB8C54EC3E6}" type="parTrans" cxnId="{660A0D82-1DF0-4257-8EC0-D14DD0F4BFC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148C34-7CF9-4947-913A-0A64BAD8FD7E}" type="sibTrans" cxnId="{660A0D82-1DF0-4257-8EC0-D14DD0F4BFC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948CF0-0383-4DB8-859B-B311219957C2}">
      <dgm:prSet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Responsable de Turno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F51026-D216-4BD5-816F-8E27F7469382}" type="parTrans" cxnId="{12445B70-609E-45BB-9C5D-95AD89F922C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0845DF-AC05-4970-BD83-22FB90FAA0AD}" type="sibTrans" cxnId="{12445B70-609E-45BB-9C5D-95AD89F922C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4D74EB-4E98-4AA8-935F-3C0E209892AF}">
      <dgm:prSet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Choferes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6C966E-DDAC-47E6-8E1F-9E246B5BDD2B}" type="parTrans" cxnId="{359324D8-5BBD-4BFE-B559-1116F2F05F56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26B59A-7C7E-476A-B753-AC43F172F82A}" type="sibTrans" cxnId="{359324D8-5BBD-4BFE-B559-1116F2F05F56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CFA0B7-8CF1-4B7B-BBF3-9E0B9536B02F}">
      <dgm:prSet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Responsable de Mantenimiento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5D82D7-4BFE-464B-A74C-95ED3EB67DFB}" type="parTrans" cxnId="{4242A591-1B43-435D-B04D-4C7151C82F6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4FE2E7-3A3F-4BE6-995E-3123F6B08E9B}" type="sibTrans" cxnId="{4242A591-1B43-435D-B04D-4C7151C82F6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49441A-AF02-4B31-B2AA-9CD270AED413}">
      <dgm:prSet custT="1"/>
      <dgm:spPr/>
      <dgm:t>
        <a:bodyPr/>
        <a:lstStyle/>
        <a:p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Operarios de Planta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7A7662-CB84-4C6C-9ACB-44DA533F4369}" type="parTrans" cxnId="{9FE4F52E-7AD6-440C-B65B-913E57EBFE4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3C31F5-7292-404D-8F47-0D00A38611F9}" type="sibTrans" cxnId="{9FE4F52E-7AD6-440C-B65B-913E57EBFE4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9AA421-FD00-4FDB-AB16-96481D929A0E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96B24"/>
          </a:solidFill>
          <a:prstDash val="solid"/>
          <a:miter lim="800000"/>
        </a:ln>
        <a:effectLst/>
      </dgm:spPr>
      <dgm:t>
        <a:bodyPr spcFirstLastPara="0" vert="horz" wrap="square" lIns="57150" tIns="57150" rIns="57150" bIns="57150" numCol="1" spcCol="1270" anchor="ctr" anchorCtr="0"/>
        <a:lstStyle/>
        <a:p>
          <a:r>
            <a:rPr lang="es-AR" sz="1200" dirty="0" err="1">
              <a:latin typeface="Arial" panose="020B0604020202020204" pitchFamily="34" charset="0"/>
              <a:cs typeface="Arial" panose="020B0604020202020204" pitchFamily="34" charset="0"/>
            </a:rPr>
            <a:t>Asesoria</a:t>
          </a:r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 Impositiva y Legal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B87C5A-8333-4575-8449-5321E0BD582D}" type="parTrans" cxnId="{36ABCCA9-1E38-438E-BE1A-A8A8E4730133}">
      <dgm:prSet/>
      <dgm:spPr>
        <a:noFill/>
        <a:ln w="19050" cap="flat" cmpd="sng" algn="ctr">
          <a:solidFill>
            <a:scrgbClr r="0" g="0" b="0"/>
          </a:solidFill>
          <a:prstDash val="dash"/>
          <a:miter lim="800000"/>
        </a:ln>
        <a:effectLst/>
      </dgm:spPr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CA6154-ADE6-4816-8771-8E83CD0AA89F}" type="sibTrans" cxnId="{36ABCCA9-1E38-438E-BE1A-A8A8E4730133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D9F63D-4510-479E-A66E-4D13C296825C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96B24"/>
          </a:solidFill>
          <a:prstDash val="solid"/>
          <a:miter lim="800000"/>
        </a:ln>
        <a:effectLst/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Asesoria</a:t>
          </a:r>
          <a:r>
            <a:rPr lang="es-AR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RRHHH</a:t>
          </a:r>
          <a:endParaRPr lang="en-US" sz="1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7B82B57C-487A-4AB0-BE4E-1DD4C4913525}" type="parTrans" cxnId="{AA1B4347-9EC0-4B70-B660-A7ACC163784C}">
      <dgm:prSet/>
      <dgm:spPr>
        <a:noFill/>
        <a:ln w="19050" cap="flat" cmpd="sng" algn="ctr">
          <a:solidFill>
            <a:scrgbClr r="0" g="0" b="0"/>
          </a:solidFill>
          <a:prstDash val="dash"/>
          <a:miter lim="800000"/>
        </a:ln>
        <a:effectLst/>
      </dgm:spPr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DD561D-4C84-47BC-AA33-0EEB965864CD}" type="sibTrans" cxnId="{AA1B4347-9EC0-4B70-B660-A7ACC163784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8EBF2E-E8A0-4591-A605-651BBC23A10B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96B24"/>
          </a:solidFill>
          <a:prstDash val="solid"/>
          <a:miter lim="800000"/>
        </a:ln>
        <a:effectLst/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Asesoría Legal / Contable</a:t>
          </a:r>
          <a:endParaRPr lang="en-US" sz="1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069F500C-D928-4271-ADEF-7AB2BF1C07EB}" type="parTrans" cxnId="{BCBE4438-B99A-4E65-B977-6FCAC3AD6ACF}">
      <dgm:prSet/>
      <dgm:spPr>
        <a:ln>
          <a:prstDash val="dash"/>
        </a:ln>
      </dgm:spPr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52B410-04A4-4E29-98F3-3879B17D02F0}" type="sibTrans" cxnId="{BCBE4438-B99A-4E65-B977-6FCAC3AD6ACF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5F762E-CF49-4D50-A244-2EC04C3948A3}">
      <dgm:prSet custT="1"/>
      <dgm:spPr>
        <a:ln>
          <a:solidFill>
            <a:schemeClr val="accent3"/>
          </a:solidFill>
        </a:ln>
      </dgm:spPr>
      <dgm:t>
        <a:bodyPr/>
        <a:lstStyle/>
        <a:p>
          <a:r>
            <a:rPr lang="es-AR" sz="1200" dirty="0" err="1">
              <a:latin typeface="Arial" panose="020B0604020202020204" pitchFamily="34" charset="0"/>
              <a:cs typeface="Arial" panose="020B0604020202020204" pitchFamily="34" charset="0"/>
            </a:rPr>
            <a:t>Asesoria</a:t>
          </a:r>
          <a:r>
            <a:rPr lang="es-AR" sz="1200" dirty="0">
              <a:latin typeface="Arial" panose="020B0604020202020204" pitchFamily="34" charset="0"/>
              <a:cs typeface="Arial" panose="020B0604020202020204" pitchFamily="34" charset="0"/>
            </a:rPr>
            <a:t> QHSE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F339D2-B952-469B-B6AD-191455630933}" type="parTrans" cxnId="{F77970EF-66FD-421A-B45D-37CD4FF853C1}">
      <dgm:prSet/>
      <dgm:spPr>
        <a:ln>
          <a:prstDash val="dash"/>
        </a:ln>
      </dgm:spPr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F21952-1C2E-43AA-9A72-1FA7D0EBBF1D}" type="sibTrans" cxnId="{F77970EF-66FD-421A-B45D-37CD4FF853C1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7900C3-CA4C-4816-8ABD-7EDFA095B89A}" type="pres">
      <dgm:prSet presAssocID="{540B55D2-F9AB-464A-8A30-10AE58A037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5CAE2FE-1B32-4E7C-85EF-E46B4FBC6461}" type="pres">
      <dgm:prSet presAssocID="{481818F6-82B2-4C8C-9F91-F86E5A5B2980}" presName="hierRoot1" presStyleCnt="0"/>
      <dgm:spPr/>
    </dgm:pt>
    <dgm:pt modelId="{B4D740BE-FAB4-4416-A3D1-72728DD504CE}" type="pres">
      <dgm:prSet presAssocID="{481818F6-82B2-4C8C-9F91-F86E5A5B2980}" presName="composite" presStyleCnt="0"/>
      <dgm:spPr/>
    </dgm:pt>
    <dgm:pt modelId="{C8A9F47E-5007-4BD9-A681-58B94B5DCCAF}" type="pres">
      <dgm:prSet presAssocID="{481818F6-82B2-4C8C-9F91-F86E5A5B2980}" presName="background" presStyleLbl="node0" presStyleIdx="0" presStyleCnt="1"/>
      <dgm:spPr/>
    </dgm:pt>
    <dgm:pt modelId="{C4A22E3A-C1AC-4A6E-B381-6C594CBACEC9}" type="pres">
      <dgm:prSet presAssocID="{481818F6-82B2-4C8C-9F91-F86E5A5B2980}" presName="text" presStyleLbl="fgAcc0" presStyleIdx="0" presStyleCnt="1" custLinFactY="-97193" custLinFactNeighborX="-5555" custLinFactNeighborY="-100000">
        <dgm:presLayoutVars>
          <dgm:chPref val="3"/>
        </dgm:presLayoutVars>
      </dgm:prSet>
      <dgm:spPr/>
    </dgm:pt>
    <dgm:pt modelId="{B79552CF-B9CD-4528-AB0C-7274DF1A193E}" type="pres">
      <dgm:prSet presAssocID="{481818F6-82B2-4C8C-9F91-F86E5A5B2980}" presName="hierChild2" presStyleCnt="0"/>
      <dgm:spPr/>
    </dgm:pt>
    <dgm:pt modelId="{04FE51EF-4C57-47B5-A876-70BA1A7156E0}" type="pres">
      <dgm:prSet presAssocID="{81804A20-9550-41A3-9CC8-C04D32A1A2FE}" presName="Name10" presStyleLbl="parChTrans1D2" presStyleIdx="0" presStyleCnt="6"/>
      <dgm:spPr/>
    </dgm:pt>
    <dgm:pt modelId="{DE27420D-FFCF-479E-884E-5D639367A0A3}" type="pres">
      <dgm:prSet presAssocID="{96B77840-C8F7-496C-9C7C-1178BB17C91C}" presName="hierRoot2" presStyleCnt="0"/>
      <dgm:spPr/>
    </dgm:pt>
    <dgm:pt modelId="{9DD1A914-77FE-4C6D-8B23-91D58FF2698F}" type="pres">
      <dgm:prSet presAssocID="{96B77840-C8F7-496C-9C7C-1178BB17C91C}" presName="composite2" presStyleCnt="0"/>
      <dgm:spPr/>
    </dgm:pt>
    <dgm:pt modelId="{114EB36C-8872-471B-9193-42F6B3BE8DDA}" type="pres">
      <dgm:prSet presAssocID="{96B77840-C8F7-496C-9C7C-1178BB17C91C}" presName="background2" presStyleLbl="node2" presStyleIdx="0" presStyleCnt="6"/>
      <dgm:spPr/>
    </dgm:pt>
    <dgm:pt modelId="{0B7D7898-1B2F-43E7-8016-D799F16BD57D}" type="pres">
      <dgm:prSet presAssocID="{96B77840-C8F7-496C-9C7C-1178BB17C91C}" presName="text2" presStyleLbl="fgAcc2" presStyleIdx="0" presStyleCnt="6" custScaleX="113618">
        <dgm:presLayoutVars>
          <dgm:chPref val="3"/>
        </dgm:presLayoutVars>
      </dgm:prSet>
      <dgm:spPr/>
    </dgm:pt>
    <dgm:pt modelId="{DC3DBEAC-4A2F-466B-8B4A-312C8EFE2C91}" type="pres">
      <dgm:prSet presAssocID="{96B77840-C8F7-496C-9C7C-1178BB17C91C}" presName="hierChild3" presStyleCnt="0"/>
      <dgm:spPr/>
    </dgm:pt>
    <dgm:pt modelId="{FD5D3854-58B2-4BAC-9052-16F9BCFDEDC6}" type="pres">
      <dgm:prSet presAssocID="{90B87C5A-8333-4575-8449-5321E0BD582D}" presName="Name17" presStyleLbl="parChTrans1D3" presStyleIdx="0" presStyleCnt="6"/>
      <dgm:spPr>
        <a:xfrm>
          <a:off x="568796" y="3001143"/>
          <a:ext cx="91440" cy="3140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4033"/>
              </a:lnTo>
            </a:path>
          </a:pathLst>
        </a:custGeom>
      </dgm:spPr>
    </dgm:pt>
    <dgm:pt modelId="{52F2AD9F-2011-43CE-9FE5-2C3CDB936FCF}" type="pres">
      <dgm:prSet presAssocID="{409AA421-FD00-4FDB-AB16-96481D929A0E}" presName="hierRoot3" presStyleCnt="0"/>
      <dgm:spPr/>
    </dgm:pt>
    <dgm:pt modelId="{8C9E78C2-06D3-48A5-9815-733F4BE3679F}" type="pres">
      <dgm:prSet presAssocID="{409AA421-FD00-4FDB-AB16-96481D929A0E}" presName="composite3" presStyleCnt="0"/>
      <dgm:spPr/>
    </dgm:pt>
    <dgm:pt modelId="{2ACA8DB6-7D26-41C0-A49F-18985B4D298D}" type="pres">
      <dgm:prSet presAssocID="{409AA421-FD00-4FDB-AB16-96481D929A0E}" presName="background3" presStyleLbl="node3" presStyleIdx="0" presStyleCnt="6"/>
      <dgm:spPr>
        <a:xfrm>
          <a:off x="2465" y="3317383"/>
          <a:ext cx="1103590" cy="700780"/>
        </a:xfrm>
        <a:prstGeom prst="roundRect">
          <a:avLst>
            <a:gd name="adj" fmla="val 10000"/>
          </a:avLst>
        </a:prstGeom>
        <a:solidFill>
          <a:srgbClr val="4EA72E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1E73BA14-FA64-44D2-86AC-CB3D27628CF4}" type="pres">
      <dgm:prSet presAssocID="{409AA421-FD00-4FDB-AB16-96481D929A0E}" presName="text3" presStyleLbl="fgAcc3" presStyleIdx="0" presStyleCnt="6">
        <dgm:presLayoutVars>
          <dgm:chPref val="3"/>
        </dgm:presLayoutVars>
      </dgm:prSet>
      <dgm:spPr>
        <a:xfrm>
          <a:off x="125086" y="3433874"/>
          <a:ext cx="1103590" cy="700780"/>
        </a:xfrm>
        <a:prstGeom prst="roundRect">
          <a:avLst>
            <a:gd name="adj" fmla="val 10000"/>
          </a:avLst>
        </a:prstGeom>
      </dgm:spPr>
    </dgm:pt>
    <dgm:pt modelId="{8C15D388-29E5-4214-913C-7046E74A8C8B}" type="pres">
      <dgm:prSet presAssocID="{409AA421-FD00-4FDB-AB16-96481D929A0E}" presName="hierChild4" presStyleCnt="0"/>
      <dgm:spPr/>
    </dgm:pt>
    <dgm:pt modelId="{EA4B45A0-AC4E-40ED-873E-4E1648581CD7}" type="pres">
      <dgm:prSet presAssocID="{E1FED952-1CBC-405A-9BD8-027BCD3495EB}" presName="Name10" presStyleLbl="parChTrans1D2" presStyleIdx="1" presStyleCnt="6"/>
      <dgm:spPr/>
    </dgm:pt>
    <dgm:pt modelId="{A62C0111-C40E-4EB6-98A9-3B77D85CFE22}" type="pres">
      <dgm:prSet presAssocID="{C3906FA1-CC52-4011-B37C-8EBE4D3F8D61}" presName="hierRoot2" presStyleCnt="0"/>
      <dgm:spPr/>
    </dgm:pt>
    <dgm:pt modelId="{50793B26-0F61-40A8-9DB8-56FA4801E34F}" type="pres">
      <dgm:prSet presAssocID="{C3906FA1-CC52-4011-B37C-8EBE4D3F8D61}" presName="composite2" presStyleCnt="0"/>
      <dgm:spPr/>
    </dgm:pt>
    <dgm:pt modelId="{A39A01A4-76AC-414A-9BE1-F112A09ADC64}" type="pres">
      <dgm:prSet presAssocID="{C3906FA1-CC52-4011-B37C-8EBE4D3F8D61}" presName="background2" presStyleLbl="node2" presStyleIdx="1" presStyleCnt="6"/>
      <dgm:spPr/>
    </dgm:pt>
    <dgm:pt modelId="{F9FDEC8C-A43F-484D-AB1A-17D5D7BFD3C5}" type="pres">
      <dgm:prSet presAssocID="{C3906FA1-CC52-4011-B37C-8EBE4D3F8D61}" presName="text2" presStyleLbl="fgAcc2" presStyleIdx="1" presStyleCnt="6">
        <dgm:presLayoutVars>
          <dgm:chPref val="3"/>
        </dgm:presLayoutVars>
      </dgm:prSet>
      <dgm:spPr/>
    </dgm:pt>
    <dgm:pt modelId="{B113952C-11E1-4847-8752-2D7C301042E6}" type="pres">
      <dgm:prSet presAssocID="{C3906FA1-CC52-4011-B37C-8EBE4D3F8D61}" presName="hierChild3" presStyleCnt="0"/>
      <dgm:spPr/>
    </dgm:pt>
    <dgm:pt modelId="{6C81146C-1364-41A3-9D2D-B6C2DDCF33C9}" type="pres">
      <dgm:prSet presAssocID="{7B82B57C-487A-4AB0-BE4E-1DD4C4913525}" presName="Name17" presStyleLbl="parChTrans1D3" presStyleIdx="1" presStyleCnt="6"/>
      <dgm:spPr>
        <a:xfrm>
          <a:off x="1962039" y="3001143"/>
          <a:ext cx="91440" cy="3140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4033"/>
              </a:lnTo>
            </a:path>
          </a:pathLst>
        </a:custGeom>
      </dgm:spPr>
    </dgm:pt>
    <dgm:pt modelId="{593585F1-094A-4DEB-8114-CD2F84152CCB}" type="pres">
      <dgm:prSet presAssocID="{7DD9F63D-4510-479E-A66E-4D13C296825C}" presName="hierRoot3" presStyleCnt="0"/>
      <dgm:spPr/>
    </dgm:pt>
    <dgm:pt modelId="{9695E4C6-18F5-4EF5-BBC5-6F8E1756B26C}" type="pres">
      <dgm:prSet presAssocID="{7DD9F63D-4510-479E-A66E-4D13C296825C}" presName="composite3" presStyleCnt="0"/>
      <dgm:spPr/>
    </dgm:pt>
    <dgm:pt modelId="{19D7E50D-170D-4D1D-8181-775AA3D3EA43}" type="pres">
      <dgm:prSet presAssocID="{7DD9F63D-4510-479E-A66E-4D13C296825C}" presName="background3" presStyleLbl="node3" presStyleIdx="1" presStyleCnt="6"/>
      <dgm:spPr>
        <a:xfrm>
          <a:off x="1351298" y="3317383"/>
          <a:ext cx="1103590" cy="700780"/>
        </a:xfrm>
        <a:prstGeom prst="roundRect">
          <a:avLst>
            <a:gd name="adj" fmla="val 10000"/>
          </a:avLst>
        </a:prstGeom>
        <a:solidFill>
          <a:srgbClr val="4EA72E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505C80BB-8B08-4056-B0A3-A880E12CF30D}" type="pres">
      <dgm:prSet presAssocID="{7DD9F63D-4510-479E-A66E-4D13C296825C}" presName="text3" presStyleLbl="fgAcc3" presStyleIdx="1" presStyleCnt="6">
        <dgm:presLayoutVars>
          <dgm:chPref val="3"/>
        </dgm:presLayoutVars>
      </dgm:prSet>
      <dgm:spPr>
        <a:xfrm>
          <a:off x="1473919" y="3433874"/>
          <a:ext cx="1103590" cy="700780"/>
        </a:xfrm>
        <a:prstGeom prst="roundRect">
          <a:avLst>
            <a:gd name="adj" fmla="val 10000"/>
          </a:avLst>
        </a:prstGeom>
      </dgm:spPr>
    </dgm:pt>
    <dgm:pt modelId="{BED24170-B107-4B8E-A3CA-F9D6AF7A1114}" type="pres">
      <dgm:prSet presAssocID="{7DD9F63D-4510-479E-A66E-4D13C296825C}" presName="hierChild4" presStyleCnt="0"/>
      <dgm:spPr/>
    </dgm:pt>
    <dgm:pt modelId="{D6877F8D-127C-41F4-989E-FD594FDE1FAA}" type="pres">
      <dgm:prSet presAssocID="{2F1C15D3-C6C3-4E2A-BA3F-8593F3111476}" presName="Name10" presStyleLbl="parChTrans1D2" presStyleIdx="2" presStyleCnt="6"/>
      <dgm:spPr/>
    </dgm:pt>
    <dgm:pt modelId="{D3CB2289-0F7C-404D-802F-EB6522D3D8B9}" type="pres">
      <dgm:prSet presAssocID="{50E23366-3ABF-4820-AFD8-A48CA78D17F5}" presName="hierRoot2" presStyleCnt="0"/>
      <dgm:spPr/>
    </dgm:pt>
    <dgm:pt modelId="{E3D5DEAD-9126-4554-A601-61EBDD2F3016}" type="pres">
      <dgm:prSet presAssocID="{50E23366-3ABF-4820-AFD8-A48CA78D17F5}" presName="composite2" presStyleCnt="0"/>
      <dgm:spPr/>
    </dgm:pt>
    <dgm:pt modelId="{C149EA6F-DC8A-4905-8362-DA6DC01F8761}" type="pres">
      <dgm:prSet presAssocID="{50E23366-3ABF-4820-AFD8-A48CA78D17F5}" presName="background2" presStyleLbl="node2" presStyleIdx="2" presStyleCnt="6"/>
      <dgm:spPr/>
    </dgm:pt>
    <dgm:pt modelId="{044BD5B5-A0DC-4BF0-A087-637401B36E31}" type="pres">
      <dgm:prSet presAssocID="{50E23366-3ABF-4820-AFD8-A48CA78D17F5}" presName="text2" presStyleLbl="fgAcc2" presStyleIdx="2" presStyleCnt="6">
        <dgm:presLayoutVars>
          <dgm:chPref val="3"/>
        </dgm:presLayoutVars>
      </dgm:prSet>
      <dgm:spPr/>
    </dgm:pt>
    <dgm:pt modelId="{DA2CD14E-5370-4FC8-B335-8FCD895A4910}" type="pres">
      <dgm:prSet presAssocID="{50E23366-3ABF-4820-AFD8-A48CA78D17F5}" presName="hierChild3" presStyleCnt="0"/>
      <dgm:spPr/>
    </dgm:pt>
    <dgm:pt modelId="{DD9E1E48-B0A5-41FA-8FE1-135A885A1A38}" type="pres">
      <dgm:prSet presAssocID="{706C966E-DDAC-47E6-8E1F-9E246B5BDD2B}" presName="Name17" presStyleLbl="parChTrans1D3" presStyleIdx="2" presStyleCnt="6"/>
      <dgm:spPr/>
    </dgm:pt>
    <dgm:pt modelId="{A83E8C86-AF5B-42C2-97B0-B78D3B1F1A30}" type="pres">
      <dgm:prSet presAssocID="{E04D74EB-4E98-4AA8-935F-3C0E209892AF}" presName="hierRoot3" presStyleCnt="0"/>
      <dgm:spPr/>
    </dgm:pt>
    <dgm:pt modelId="{DF688C4C-EA5C-4DEF-AB39-CD5F2FFC0C9A}" type="pres">
      <dgm:prSet presAssocID="{E04D74EB-4E98-4AA8-935F-3C0E209892AF}" presName="composite3" presStyleCnt="0"/>
      <dgm:spPr/>
    </dgm:pt>
    <dgm:pt modelId="{03E4B7D5-87EA-4D09-B552-93894A824EBA}" type="pres">
      <dgm:prSet presAssocID="{E04D74EB-4E98-4AA8-935F-3C0E209892AF}" presName="background3" presStyleLbl="node3" presStyleIdx="2" presStyleCnt="6"/>
      <dgm:spPr/>
    </dgm:pt>
    <dgm:pt modelId="{54071C89-7AB8-490A-9BFF-64AB126FE1B8}" type="pres">
      <dgm:prSet presAssocID="{E04D74EB-4E98-4AA8-935F-3C0E209892AF}" presName="text3" presStyleLbl="fgAcc3" presStyleIdx="2" presStyleCnt="6" custLinFactY="45805" custLinFactNeighborX="-174" custLinFactNeighborY="100000">
        <dgm:presLayoutVars>
          <dgm:chPref val="3"/>
        </dgm:presLayoutVars>
      </dgm:prSet>
      <dgm:spPr/>
    </dgm:pt>
    <dgm:pt modelId="{037489E5-29F2-4BBA-80E5-0C66D07489EA}" type="pres">
      <dgm:prSet presAssocID="{E04D74EB-4E98-4AA8-935F-3C0E209892AF}" presName="hierChild4" presStyleCnt="0"/>
      <dgm:spPr/>
    </dgm:pt>
    <dgm:pt modelId="{6BE71F0F-AB81-4815-91A4-F230116AB9CE}" type="pres">
      <dgm:prSet presAssocID="{8E54A8DB-2347-4BF6-8FF4-DB966BFB44DB}" presName="Name10" presStyleLbl="parChTrans1D2" presStyleIdx="3" presStyleCnt="6"/>
      <dgm:spPr/>
    </dgm:pt>
    <dgm:pt modelId="{3BBED35E-FE14-4837-ABF7-A5894F3C1477}" type="pres">
      <dgm:prSet presAssocID="{134E9987-EF72-4503-9CD7-66B2F4F8A5C1}" presName="hierRoot2" presStyleCnt="0"/>
      <dgm:spPr/>
    </dgm:pt>
    <dgm:pt modelId="{F5C563A1-4C5C-4662-A348-0A443EAA68CC}" type="pres">
      <dgm:prSet presAssocID="{134E9987-EF72-4503-9CD7-66B2F4F8A5C1}" presName="composite2" presStyleCnt="0"/>
      <dgm:spPr/>
    </dgm:pt>
    <dgm:pt modelId="{37C82304-E7C3-40E3-878B-61784AF3892C}" type="pres">
      <dgm:prSet presAssocID="{134E9987-EF72-4503-9CD7-66B2F4F8A5C1}" presName="background2" presStyleLbl="node2" presStyleIdx="3" presStyleCnt="6"/>
      <dgm:spPr/>
    </dgm:pt>
    <dgm:pt modelId="{18F121AC-F737-437E-AC11-1B72716AC8E4}" type="pres">
      <dgm:prSet presAssocID="{134E9987-EF72-4503-9CD7-66B2F4F8A5C1}" presName="text2" presStyleLbl="fgAcc2" presStyleIdx="3" presStyleCnt="6">
        <dgm:presLayoutVars>
          <dgm:chPref val="3"/>
        </dgm:presLayoutVars>
      </dgm:prSet>
      <dgm:spPr/>
    </dgm:pt>
    <dgm:pt modelId="{E8A4A23E-5466-4A43-848C-BDDA604892CB}" type="pres">
      <dgm:prSet presAssocID="{134E9987-EF72-4503-9CD7-66B2F4F8A5C1}" presName="hierChild3" presStyleCnt="0"/>
      <dgm:spPr/>
    </dgm:pt>
    <dgm:pt modelId="{250282C9-4650-42B8-A0D6-341A41261339}" type="pres">
      <dgm:prSet presAssocID="{AD384976-1993-4E51-86CB-3AB8C54EC3E6}" presName="Name17" presStyleLbl="parChTrans1D3" presStyleIdx="3" presStyleCnt="6"/>
      <dgm:spPr/>
    </dgm:pt>
    <dgm:pt modelId="{6355122E-BC4B-4E2A-8ADD-D56F99FDBE9C}" type="pres">
      <dgm:prSet presAssocID="{37F16DBA-1DFE-42ED-88F1-450824EA32C2}" presName="hierRoot3" presStyleCnt="0"/>
      <dgm:spPr/>
    </dgm:pt>
    <dgm:pt modelId="{9110E2A7-6119-4D18-A42E-69705674D38A}" type="pres">
      <dgm:prSet presAssocID="{37F16DBA-1DFE-42ED-88F1-450824EA32C2}" presName="composite3" presStyleCnt="0"/>
      <dgm:spPr/>
    </dgm:pt>
    <dgm:pt modelId="{2C6C7275-14D7-433B-829A-C20101498A39}" type="pres">
      <dgm:prSet presAssocID="{37F16DBA-1DFE-42ED-88F1-450824EA32C2}" presName="background3" presStyleLbl="node3" presStyleIdx="3" presStyleCnt="6"/>
      <dgm:spPr/>
    </dgm:pt>
    <dgm:pt modelId="{60D07BF5-A87B-4CE7-A162-CE2C89000939}" type="pres">
      <dgm:prSet presAssocID="{37F16DBA-1DFE-42ED-88F1-450824EA32C2}" presName="text3" presStyleLbl="fgAcc3" presStyleIdx="3" presStyleCnt="6" custLinFactNeighborX="8966">
        <dgm:presLayoutVars>
          <dgm:chPref val="3"/>
        </dgm:presLayoutVars>
      </dgm:prSet>
      <dgm:spPr/>
    </dgm:pt>
    <dgm:pt modelId="{D8DFFFEB-9733-42C3-88C2-07072A4F3A8B}" type="pres">
      <dgm:prSet presAssocID="{37F16DBA-1DFE-42ED-88F1-450824EA32C2}" presName="hierChild4" presStyleCnt="0"/>
      <dgm:spPr/>
    </dgm:pt>
    <dgm:pt modelId="{A7AABAEA-103A-4BEC-95B6-B23BE1596CD7}" type="pres">
      <dgm:prSet presAssocID="{F9F51026-D216-4BD5-816F-8E27F7469382}" presName="Name17" presStyleLbl="parChTrans1D3" presStyleIdx="4" presStyleCnt="6"/>
      <dgm:spPr/>
    </dgm:pt>
    <dgm:pt modelId="{3CF44CC6-A094-435F-8737-BD7D0E0F6627}" type="pres">
      <dgm:prSet presAssocID="{4A948CF0-0383-4DB8-859B-B311219957C2}" presName="hierRoot3" presStyleCnt="0"/>
      <dgm:spPr/>
    </dgm:pt>
    <dgm:pt modelId="{6ADA3F34-CD3C-4C15-8210-3B9414A06A1E}" type="pres">
      <dgm:prSet presAssocID="{4A948CF0-0383-4DB8-859B-B311219957C2}" presName="composite3" presStyleCnt="0"/>
      <dgm:spPr/>
    </dgm:pt>
    <dgm:pt modelId="{1A8578BF-E3C6-444B-9C3A-DDEA5D3A281C}" type="pres">
      <dgm:prSet presAssocID="{4A948CF0-0383-4DB8-859B-B311219957C2}" presName="background3" presStyleLbl="node3" presStyleIdx="4" presStyleCnt="6"/>
      <dgm:spPr/>
    </dgm:pt>
    <dgm:pt modelId="{0EA9B4CB-186A-4EF9-91DB-AC5D36FBEBE8}" type="pres">
      <dgm:prSet presAssocID="{4A948CF0-0383-4DB8-859B-B311219957C2}" presName="text3" presStyleLbl="fgAcc3" presStyleIdx="4" presStyleCnt="6" custLinFactNeighborX="6621">
        <dgm:presLayoutVars>
          <dgm:chPref val="3"/>
        </dgm:presLayoutVars>
      </dgm:prSet>
      <dgm:spPr/>
    </dgm:pt>
    <dgm:pt modelId="{DA9F033D-7625-44AA-8A36-383B4FD29F1C}" type="pres">
      <dgm:prSet presAssocID="{4A948CF0-0383-4DB8-859B-B311219957C2}" presName="hierChild4" presStyleCnt="0"/>
      <dgm:spPr/>
    </dgm:pt>
    <dgm:pt modelId="{DB2A8FAF-C581-4452-862F-64DE826A17B3}" type="pres">
      <dgm:prSet presAssocID="{D57A7662-CB84-4C6C-9ACB-44DA533F4369}" presName="Name23" presStyleLbl="parChTrans1D4" presStyleIdx="0" presStyleCnt="1"/>
      <dgm:spPr/>
    </dgm:pt>
    <dgm:pt modelId="{BB2E7356-3E20-4F27-9795-507C7F2CB655}" type="pres">
      <dgm:prSet presAssocID="{8549441A-AF02-4B31-B2AA-9CD270AED413}" presName="hierRoot4" presStyleCnt="0"/>
      <dgm:spPr/>
    </dgm:pt>
    <dgm:pt modelId="{CDD05BAA-AFF4-452D-8035-EAEC71312012}" type="pres">
      <dgm:prSet presAssocID="{8549441A-AF02-4B31-B2AA-9CD270AED413}" presName="composite4" presStyleCnt="0"/>
      <dgm:spPr/>
    </dgm:pt>
    <dgm:pt modelId="{B883C74F-1872-4E22-B17D-9C927321AD1C}" type="pres">
      <dgm:prSet presAssocID="{8549441A-AF02-4B31-B2AA-9CD270AED413}" presName="background4" presStyleLbl="node4" presStyleIdx="0" presStyleCnt="1"/>
      <dgm:spPr/>
    </dgm:pt>
    <dgm:pt modelId="{0F1A517D-7A1C-494C-953F-2DB532753AFD}" type="pres">
      <dgm:prSet presAssocID="{8549441A-AF02-4B31-B2AA-9CD270AED413}" presName="text4" presStyleLbl="fgAcc4" presStyleIdx="0" presStyleCnt="1" custLinFactNeighborX="6757">
        <dgm:presLayoutVars>
          <dgm:chPref val="3"/>
        </dgm:presLayoutVars>
      </dgm:prSet>
      <dgm:spPr/>
    </dgm:pt>
    <dgm:pt modelId="{98755908-B365-46B3-9C29-A64709B175BD}" type="pres">
      <dgm:prSet presAssocID="{8549441A-AF02-4B31-B2AA-9CD270AED413}" presName="hierChild5" presStyleCnt="0"/>
      <dgm:spPr/>
    </dgm:pt>
    <dgm:pt modelId="{BEEA8074-5696-43BF-A19E-C344F6A9AD88}" type="pres">
      <dgm:prSet presAssocID="{DE5D82D7-4BFE-464B-A74C-95ED3EB67DFB}" presName="Name17" presStyleLbl="parChTrans1D3" presStyleIdx="5" presStyleCnt="6"/>
      <dgm:spPr/>
    </dgm:pt>
    <dgm:pt modelId="{57D5B237-FFBC-44C6-895F-2EB805F0EB96}" type="pres">
      <dgm:prSet presAssocID="{30CFA0B7-8CF1-4B7B-BBF3-9E0B9536B02F}" presName="hierRoot3" presStyleCnt="0"/>
      <dgm:spPr/>
    </dgm:pt>
    <dgm:pt modelId="{860E40B4-043D-46AF-A54A-C33BBF705996}" type="pres">
      <dgm:prSet presAssocID="{30CFA0B7-8CF1-4B7B-BBF3-9E0B9536B02F}" presName="composite3" presStyleCnt="0"/>
      <dgm:spPr/>
    </dgm:pt>
    <dgm:pt modelId="{5C1F13D2-BC15-4ABA-A7C7-17F973BB42C4}" type="pres">
      <dgm:prSet presAssocID="{30CFA0B7-8CF1-4B7B-BBF3-9E0B9536B02F}" presName="background3" presStyleLbl="node3" presStyleIdx="5" presStyleCnt="6"/>
      <dgm:spPr/>
    </dgm:pt>
    <dgm:pt modelId="{FC0845B2-14E4-400C-9928-093B7425BA93}" type="pres">
      <dgm:prSet presAssocID="{30CFA0B7-8CF1-4B7B-BBF3-9E0B9536B02F}" presName="text3" presStyleLbl="fgAcc3" presStyleIdx="5" presStyleCnt="6" custScaleX="114518" custLinFactNeighborX="8966">
        <dgm:presLayoutVars>
          <dgm:chPref val="3"/>
        </dgm:presLayoutVars>
      </dgm:prSet>
      <dgm:spPr/>
    </dgm:pt>
    <dgm:pt modelId="{C586A893-028C-498D-BBA5-C86A1075BC80}" type="pres">
      <dgm:prSet presAssocID="{30CFA0B7-8CF1-4B7B-BBF3-9E0B9536B02F}" presName="hierChild4" presStyleCnt="0"/>
      <dgm:spPr/>
    </dgm:pt>
    <dgm:pt modelId="{77377582-AD7B-4638-9ED6-CCA93158AD38}" type="pres">
      <dgm:prSet presAssocID="{069F500C-D928-4271-ADEF-7AB2BF1C07EB}" presName="Name10" presStyleLbl="parChTrans1D2" presStyleIdx="4" presStyleCnt="6"/>
      <dgm:spPr/>
    </dgm:pt>
    <dgm:pt modelId="{0087D6D2-5B1B-420F-87F7-FA430DCE5600}" type="pres">
      <dgm:prSet presAssocID="{7B8EBF2E-E8A0-4591-A605-651BBC23A10B}" presName="hierRoot2" presStyleCnt="0"/>
      <dgm:spPr/>
    </dgm:pt>
    <dgm:pt modelId="{CA4230D8-F0B9-4217-9292-3310BB922BF3}" type="pres">
      <dgm:prSet presAssocID="{7B8EBF2E-E8A0-4591-A605-651BBC23A10B}" presName="composite2" presStyleCnt="0"/>
      <dgm:spPr/>
    </dgm:pt>
    <dgm:pt modelId="{F2172E3E-D0ED-40CB-8457-C7238F8DE2CC}" type="pres">
      <dgm:prSet presAssocID="{7B8EBF2E-E8A0-4591-A605-651BBC23A10B}" presName="background2" presStyleLbl="node2" presStyleIdx="4" presStyleCnt="6"/>
      <dgm:spPr>
        <a:xfrm>
          <a:off x="9391956" y="221203"/>
          <a:ext cx="1004837" cy="878548"/>
        </a:xfrm>
        <a:prstGeom prst="roundRect">
          <a:avLst>
            <a:gd name="adj" fmla="val 10000"/>
          </a:avLst>
        </a:prstGeom>
        <a:solidFill>
          <a:srgbClr val="4EA72E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FE3A96ED-22D5-4119-B394-A022E84599A5}" type="pres">
      <dgm:prSet presAssocID="{7B8EBF2E-E8A0-4591-A605-651BBC23A10B}" presName="text2" presStyleLbl="fgAcc2" presStyleIdx="4" presStyleCnt="6" custScaleX="190589" custScaleY="59962" custLinFactY="-50754" custLinFactNeighborX="41189" custLinFactNeighborY="-100000">
        <dgm:presLayoutVars>
          <dgm:chPref val="3"/>
        </dgm:presLayoutVars>
      </dgm:prSet>
      <dgm:spPr>
        <a:xfrm>
          <a:off x="9555125" y="376214"/>
          <a:ext cx="1004837" cy="878548"/>
        </a:xfrm>
        <a:prstGeom prst="roundRect">
          <a:avLst>
            <a:gd name="adj" fmla="val 10000"/>
          </a:avLst>
        </a:prstGeom>
      </dgm:spPr>
    </dgm:pt>
    <dgm:pt modelId="{4093C8CD-A705-47BC-91E7-4E980F0ED5DF}" type="pres">
      <dgm:prSet presAssocID="{7B8EBF2E-E8A0-4591-A605-651BBC23A10B}" presName="hierChild3" presStyleCnt="0"/>
      <dgm:spPr/>
    </dgm:pt>
    <dgm:pt modelId="{BF3807E1-60BD-49EA-AE22-A0B827DF1AA9}" type="pres">
      <dgm:prSet presAssocID="{04F339D2-B952-469B-B6AD-191455630933}" presName="Name10" presStyleLbl="parChTrans1D2" presStyleIdx="5" presStyleCnt="6"/>
      <dgm:spPr/>
    </dgm:pt>
    <dgm:pt modelId="{25E7DF29-CE02-4C39-A105-113F22A2C823}" type="pres">
      <dgm:prSet presAssocID="{595F762E-CF49-4D50-A244-2EC04C3948A3}" presName="hierRoot2" presStyleCnt="0"/>
      <dgm:spPr/>
    </dgm:pt>
    <dgm:pt modelId="{56008823-7F2A-4934-A669-1579026BAAA8}" type="pres">
      <dgm:prSet presAssocID="{595F762E-CF49-4D50-A244-2EC04C3948A3}" presName="composite2" presStyleCnt="0"/>
      <dgm:spPr/>
    </dgm:pt>
    <dgm:pt modelId="{61AE8F71-A46E-4C97-B074-C0E91F1E8607}" type="pres">
      <dgm:prSet presAssocID="{595F762E-CF49-4D50-A244-2EC04C3948A3}" presName="background2" presStyleLbl="node2" presStyleIdx="5" presStyleCnt="6"/>
      <dgm:spPr>
        <a:solidFill>
          <a:schemeClr val="accent6"/>
        </a:solidFill>
      </dgm:spPr>
    </dgm:pt>
    <dgm:pt modelId="{6AE52F53-CC90-41C7-99EF-87A20397AFA5}" type="pres">
      <dgm:prSet presAssocID="{595F762E-CF49-4D50-A244-2EC04C3948A3}" presName="text2" presStyleLbl="fgAcc2" presStyleIdx="5" presStyleCnt="6">
        <dgm:presLayoutVars>
          <dgm:chPref val="3"/>
        </dgm:presLayoutVars>
      </dgm:prSet>
      <dgm:spPr/>
    </dgm:pt>
    <dgm:pt modelId="{69E857BF-6808-4932-8DC0-FE07FAE2F864}" type="pres">
      <dgm:prSet presAssocID="{595F762E-CF49-4D50-A244-2EC04C3948A3}" presName="hierChild3" presStyleCnt="0"/>
      <dgm:spPr/>
    </dgm:pt>
  </dgm:ptLst>
  <dgm:cxnLst>
    <dgm:cxn modelId="{69EA8309-40EB-43EC-AE1F-C69C80C3EAC9}" type="presOf" srcId="{2F1C15D3-C6C3-4E2A-BA3F-8593F3111476}" destId="{D6877F8D-127C-41F4-989E-FD594FDE1FAA}" srcOrd="0" destOrd="0" presId="urn:microsoft.com/office/officeart/2005/8/layout/hierarchy1"/>
    <dgm:cxn modelId="{76CC900E-246B-4FDD-95A1-A24875D72374}" type="presOf" srcId="{E1FED952-1CBC-405A-9BD8-027BCD3495EB}" destId="{EA4B45A0-AC4E-40ED-873E-4E1648581CD7}" srcOrd="0" destOrd="0" presId="urn:microsoft.com/office/officeart/2005/8/layout/hierarchy1"/>
    <dgm:cxn modelId="{178AC615-5B69-4E61-91EF-61751DC4319A}" type="presOf" srcId="{595F762E-CF49-4D50-A244-2EC04C3948A3}" destId="{6AE52F53-CC90-41C7-99EF-87A20397AFA5}" srcOrd="0" destOrd="0" presId="urn:microsoft.com/office/officeart/2005/8/layout/hierarchy1"/>
    <dgm:cxn modelId="{8114451D-FDAF-4D87-AF37-C728EFB57612}" type="presOf" srcId="{AD384976-1993-4E51-86CB-3AB8C54EC3E6}" destId="{250282C9-4650-42B8-A0D6-341A41261339}" srcOrd="0" destOrd="0" presId="urn:microsoft.com/office/officeart/2005/8/layout/hierarchy1"/>
    <dgm:cxn modelId="{29BC3629-2A65-4F65-AEBA-FDCA331D9328}" srcId="{481818F6-82B2-4C8C-9F91-F86E5A5B2980}" destId="{50E23366-3ABF-4820-AFD8-A48CA78D17F5}" srcOrd="2" destOrd="0" parTransId="{2F1C15D3-C6C3-4E2A-BA3F-8593F3111476}" sibTransId="{61769915-6A10-44A3-9E3C-B84CDD21F7D9}"/>
    <dgm:cxn modelId="{9FE4F52E-7AD6-440C-B65B-913E57EBFE44}" srcId="{4A948CF0-0383-4DB8-859B-B311219957C2}" destId="{8549441A-AF02-4B31-B2AA-9CD270AED413}" srcOrd="0" destOrd="0" parTransId="{D57A7662-CB84-4C6C-9ACB-44DA533F4369}" sibTransId="{A83C31F5-7292-404D-8F47-0D00A38611F9}"/>
    <dgm:cxn modelId="{BCBE4438-B99A-4E65-B977-6FCAC3AD6ACF}" srcId="{481818F6-82B2-4C8C-9F91-F86E5A5B2980}" destId="{7B8EBF2E-E8A0-4591-A605-651BBC23A10B}" srcOrd="4" destOrd="0" parTransId="{069F500C-D928-4271-ADEF-7AB2BF1C07EB}" sibTransId="{5452B410-04A4-4E29-98F3-3879B17D02F0}"/>
    <dgm:cxn modelId="{A265B838-4E82-4A9B-B298-D19ABCB92C4A}" type="presOf" srcId="{30CFA0B7-8CF1-4B7B-BBF3-9E0B9536B02F}" destId="{FC0845B2-14E4-400C-9928-093B7425BA93}" srcOrd="0" destOrd="0" presId="urn:microsoft.com/office/officeart/2005/8/layout/hierarchy1"/>
    <dgm:cxn modelId="{85135963-14BD-4528-BB7E-816958238F04}" type="presOf" srcId="{96B77840-C8F7-496C-9C7C-1178BB17C91C}" destId="{0B7D7898-1B2F-43E7-8016-D799F16BD57D}" srcOrd="0" destOrd="0" presId="urn:microsoft.com/office/officeart/2005/8/layout/hierarchy1"/>
    <dgm:cxn modelId="{E1781346-2204-4446-84F6-9067723993AA}" type="presOf" srcId="{4A948CF0-0383-4DB8-859B-B311219957C2}" destId="{0EA9B4CB-186A-4EF9-91DB-AC5D36FBEBE8}" srcOrd="0" destOrd="0" presId="urn:microsoft.com/office/officeart/2005/8/layout/hierarchy1"/>
    <dgm:cxn modelId="{AA1B4347-9EC0-4B70-B660-A7ACC163784C}" srcId="{C3906FA1-CC52-4011-B37C-8EBE4D3F8D61}" destId="{7DD9F63D-4510-479E-A66E-4D13C296825C}" srcOrd="0" destOrd="0" parTransId="{7B82B57C-487A-4AB0-BE4E-1DD4C4913525}" sibTransId="{ADDD561D-4C84-47BC-AA33-0EEB965864CD}"/>
    <dgm:cxn modelId="{6A491E4A-7692-41D7-9EA8-FC0E04B7D6E7}" type="presOf" srcId="{E04D74EB-4E98-4AA8-935F-3C0E209892AF}" destId="{54071C89-7AB8-490A-9BFF-64AB126FE1B8}" srcOrd="0" destOrd="0" presId="urn:microsoft.com/office/officeart/2005/8/layout/hierarchy1"/>
    <dgm:cxn modelId="{EDC2306B-F57B-4D4C-890E-DCB51E531FD5}" type="presOf" srcId="{37F16DBA-1DFE-42ED-88F1-450824EA32C2}" destId="{60D07BF5-A87B-4CE7-A162-CE2C89000939}" srcOrd="0" destOrd="0" presId="urn:microsoft.com/office/officeart/2005/8/layout/hierarchy1"/>
    <dgm:cxn modelId="{5525446E-5F79-4660-9775-F422D2F1A869}" type="presOf" srcId="{7DD9F63D-4510-479E-A66E-4D13C296825C}" destId="{505C80BB-8B08-4056-B0A3-A880E12CF30D}" srcOrd="0" destOrd="0" presId="urn:microsoft.com/office/officeart/2005/8/layout/hierarchy1"/>
    <dgm:cxn modelId="{48FC1C6F-2AE6-4C68-B3FE-6218DE0B84EC}" type="presOf" srcId="{409AA421-FD00-4FDB-AB16-96481D929A0E}" destId="{1E73BA14-FA64-44D2-86AC-CB3D27628CF4}" srcOrd="0" destOrd="0" presId="urn:microsoft.com/office/officeart/2005/8/layout/hierarchy1"/>
    <dgm:cxn modelId="{12445B70-609E-45BB-9C5D-95AD89F922CC}" srcId="{134E9987-EF72-4503-9CD7-66B2F4F8A5C1}" destId="{4A948CF0-0383-4DB8-859B-B311219957C2}" srcOrd="1" destOrd="0" parTransId="{F9F51026-D216-4BD5-816F-8E27F7469382}" sibTransId="{FD0845DF-AC05-4970-BD83-22FB90FAA0AD}"/>
    <dgm:cxn modelId="{AA201A59-2EE1-4529-9937-41D91CC540A4}" type="presOf" srcId="{90B87C5A-8333-4575-8449-5321E0BD582D}" destId="{FD5D3854-58B2-4BAC-9052-16F9BCFDEDC6}" srcOrd="0" destOrd="0" presId="urn:microsoft.com/office/officeart/2005/8/layout/hierarchy1"/>
    <dgm:cxn modelId="{A3074381-FDA0-4216-93E9-551CB330A7A0}" type="presOf" srcId="{7B82B57C-487A-4AB0-BE4E-1DD4C4913525}" destId="{6C81146C-1364-41A3-9D2D-B6C2DDCF33C9}" srcOrd="0" destOrd="0" presId="urn:microsoft.com/office/officeart/2005/8/layout/hierarchy1"/>
    <dgm:cxn modelId="{660A0D82-1DF0-4257-8EC0-D14DD0F4BFCD}" srcId="{134E9987-EF72-4503-9CD7-66B2F4F8A5C1}" destId="{37F16DBA-1DFE-42ED-88F1-450824EA32C2}" srcOrd="0" destOrd="0" parTransId="{AD384976-1993-4E51-86CB-3AB8C54EC3E6}" sibTransId="{57148C34-7CF9-4947-913A-0A64BAD8FD7E}"/>
    <dgm:cxn modelId="{0F2DAC89-58C9-412F-9561-FA6204E46BEE}" srcId="{481818F6-82B2-4C8C-9F91-F86E5A5B2980}" destId="{96B77840-C8F7-496C-9C7C-1178BB17C91C}" srcOrd="0" destOrd="0" parTransId="{81804A20-9550-41A3-9CC8-C04D32A1A2FE}" sibTransId="{B98E33B6-8E66-405D-A385-81712AC4010C}"/>
    <dgm:cxn modelId="{CF846D8B-4341-4E3F-BF87-EAA735C50D01}" type="presOf" srcId="{7B8EBF2E-E8A0-4591-A605-651BBC23A10B}" destId="{FE3A96ED-22D5-4119-B394-A022E84599A5}" srcOrd="0" destOrd="0" presId="urn:microsoft.com/office/officeart/2005/8/layout/hierarchy1"/>
    <dgm:cxn modelId="{1584C68F-EE8A-441D-8C01-A5ED3E1A5E25}" type="presOf" srcId="{50E23366-3ABF-4820-AFD8-A48CA78D17F5}" destId="{044BD5B5-A0DC-4BF0-A087-637401B36E31}" srcOrd="0" destOrd="0" presId="urn:microsoft.com/office/officeart/2005/8/layout/hierarchy1"/>
    <dgm:cxn modelId="{4242A591-1B43-435D-B04D-4C7151C82F6E}" srcId="{134E9987-EF72-4503-9CD7-66B2F4F8A5C1}" destId="{30CFA0B7-8CF1-4B7B-BBF3-9E0B9536B02F}" srcOrd="2" destOrd="0" parTransId="{DE5D82D7-4BFE-464B-A74C-95ED3EB67DFB}" sibTransId="{804FE2E7-3A3F-4BE6-995E-3123F6B08E9B}"/>
    <dgm:cxn modelId="{C7589E9D-C0F2-494E-8ABC-774A9CFC8BC5}" type="presOf" srcId="{DE5D82D7-4BFE-464B-A74C-95ED3EB67DFB}" destId="{BEEA8074-5696-43BF-A19E-C344F6A9AD88}" srcOrd="0" destOrd="0" presId="urn:microsoft.com/office/officeart/2005/8/layout/hierarchy1"/>
    <dgm:cxn modelId="{CAD6349F-E33F-4A41-9A10-295C5E610FFD}" srcId="{481818F6-82B2-4C8C-9F91-F86E5A5B2980}" destId="{C3906FA1-CC52-4011-B37C-8EBE4D3F8D61}" srcOrd="1" destOrd="0" parTransId="{E1FED952-1CBC-405A-9BD8-027BCD3495EB}" sibTransId="{5CC97DB5-AD6F-4A4D-B10D-509236B94F38}"/>
    <dgm:cxn modelId="{F38520A8-C525-4A40-B5E5-54119E47DAC9}" srcId="{481818F6-82B2-4C8C-9F91-F86E5A5B2980}" destId="{134E9987-EF72-4503-9CD7-66B2F4F8A5C1}" srcOrd="3" destOrd="0" parTransId="{8E54A8DB-2347-4BF6-8FF4-DB966BFB44DB}" sibTransId="{AFF85D31-D42A-49BB-90B7-FA074FFA8CCE}"/>
    <dgm:cxn modelId="{36ABCCA9-1E38-438E-BE1A-A8A8E4730133}" srcId="{96B77840-C8F7-496C-9C7C-1178BB17C91C}" destId="{409AA421-FD00-4FDB-AB16-96481D929A0E}" srcOrd="0" destOrd="0" parTransId="{90B87C5A-8333-4575-8449-5321E0BD582D}" sibTransId="{A3CA6154-ADE6-4816-8771-8E83CD0AA89F}"/>
    <dgm:cxn modelId="{59556BAE-E7A7-4567-BFAB-3D93AF5AEA6A}" type="presOf" srcId="{069F500C-D928-4271-ADEF-7AB2BF1C07EB}" destId="{77377582-AD7B-4638-9ED6-CCA93158AD38}" srcOrd="0" destOrd="0" presId="urn:microsoft.com/office/officeart/2005/8/layout/hierarchy1"/>
    <dgm:cxn modelId="{55C69EB0-CBB0-4B05-A2F7-E2E58258C18F}" type="presOf" srcId="{C3906FA1-CC52-4011-B37C-8EBE4D3F8D61}" destId="{F9FDEC8C-A43F-484D-AB1A-17D5D7BFD3C5}" srcOrd="0" destOrd="0" presId="urn:microsoft.com/office/officeart/2005/8/layout/hierarchy1"/>
    <dgm:cxn modelId="{2B1EAFB6-80D7-4568-945B-EC3644695F25}" type="presOf" srcId="{8E54A8DB-2347-4BF6-8FF4-DB966BFB44DB}" destId="{6BE71F0F-AB81-4815-91A4-F230116AB9CE}" srcOrd="0" destOrd="0" presId="urn:microsoft.com/office/officeart/2005/8/layout/hierarchy1"/>
    <dgm:cxn modelId="{F82AA5BD-2A96-4A91-8BEC-BBCF9E8F8ACE}" type="presOf" srcId="{D57A7662-CB84-4C6C-9ACB-44DA533F4369}" destId="{DB2A8FAF-C581-4452-862F-64DE826A17B3}" srcOrd="0" destOrd="0" presId="urn:microsoft.com/office/officeart/2005/8/layout/hierarchy1"/>
    <dgm:cxn modelId="{8398CAC8-C63F-470C-9B37-1069ECC5B35F}" type="presOf" srcId="{04F339D2-B952-469B-B6AD-191455630933}" destId="{BF3807E1-60BD-49EA-AE22-A0B827DF1AA9}" srcOrd="0" destOrd="0" presId="urn:microsoft.com/office/officeart/2005/8/layout/hierarchy1"/>
    <dgm:cxn modelId="{221FEFC8-E835-45C6-9116-C03159E1CF96}" type="presOf" srcId="{134E9987-EF72-4503-9CD7-66B2F4F8A5C1}" destId="{18F121AC-F737-437E-AC11-1B72716AC8E4}" srcOrd="0" destOrd="0" presId="urn:microsoft.com/office/officeart/2005/8/layout/hierarchy1"/>
    <dgm:cxn modelId="{A2983CCB-3C9F-46F7-865F-6866138DE2CF}" type="presOf" srcId="{540B55D2-F9AB-464A-8A30-10AE58A03775}" destId="{677900C3-CA4C-4816-8ABD-7EDFA095B89A}" srcOrd="0" destOrd="0" presId="urn:microsoft.com/office/officeart/2005/8/layout/hierarchy1"/>
    <dgm:cxn modelId="{8C98ADCE-DF59-42FE-A074-1243835200FA}" type="presOf" srcId="{81804A20-9550-41A3-9CC8-C04D32A1A2FE}" destId="{04FE51EF-4C57-47B5-A876-70BA1A7156E0}" srcOrd="0" destOrd="0" presId="urn:microsoft.com/office/officeart/2005/8/layout/hierarchy1"/>
    <dgm:cxn modelId="{359324D8-5BBD-4BFE-B559-1116F2F05F56}" srcId="{50E23366-3ABF-4820-AFD8-A48CA78D17F5}" destId="{E04D74EB-4E98-4AA8-935F-3C0E209892AF}" srcOrd="0" destOrd="0" parTransId="{706C966E-DDAC-47E6-8E1F-9E246B5BDD2B}" sibTransId="{DD26B59A-7C7E-476A-B753-AC43F172F82A}"/>
    <dgm:cxn modelId="{175D6CE1-987C-4A3E-95BD-B1192A77833B}" type="presOf" srcId="{481818F6-82B2-4C8C-9F91-F86E5A5B2980}" destId="{C4A22E3A-C1AC-4A6E-B381-6C594CBACEC9}" srcOrd="0" destOrd="0" presId="urn:microsoft.com/office/officeart/2005/8/layout/hierarchy1"/>
    <dgm:cxn modelId="{D4B914EA-8E73-493F-AADD-68957E09D4CE}" type="presOf" srcId="{F9F51026-D216-4BD5-816F-8E27F7469382}" destId="{A7AABAEA-103A-4BEC-95B6-B23BE1596CD7}" srcOrd="0" destOrd="0" presId="urn:microsoft.com/office/officeart/2005/8/layout/hierarchy1"/>
    <dgm:cxn modelId="{F77970EF-66FD-421A-B45D-37CD4FF853C1}" srcId="{481818F6-82B2-4C8C-9F91-F86E5A5B2980}" destId="{595F762E-CF49-4D50-A244-2EC04C3948A3}" srcOrd="5" destOrd="0" parTransId="{04F339D2-B952-469B-B6AD-191455630933}" sibTransId="{CAF21952-1C2E-43AA-9A72-1FA7D0EBBF1D}"/>
    <dgm:cxn modelId="{000D95F1-559B-4E8C-AD2B-C303B9DEDD5B}" type="presOf" srcId="{8549441A-AF02-4B31-B2AA-9CD270AED413}" destId="{0F1A517D-7A1C-494C-953F-2DB532753AFD}" srcOrd="0" destOrd="0" presId="urn:microsoft.com/office/officeart/2005/8/layout/hierarchy1"/>
    <dgm:cxn modelId="{3BE09BFC-0BD5-4CDC-A931-BC21E9570EF0}" srcId="{540B55D2-F9AB-464A-8A30-10AE58A03775}" destId="{481818F6-82B2-4C8C-9F91-F86E5A5B2980}" srcOrd="0" destOrd="0" parTransId="{09737EA8-A398-448C-A61C-1001443BE3B9}" sibTransId="{AA201E3F-C79A-4D63-914B-2E669B0A2534}"/>
    <dgm:cxn modelId="{B405AAFC-BBB6-44D4-8A77-BA08648FC318}" type="presOf" srcId="{706C966E-DDAC-47E6-8E1F-9E246B5BDD2B}" destId="{DD9E1E48-B0A5-41FA-8FE1-135A885A1A38}" srcOrd="0" destOrd="0" presId="urn:microsoft.com/office/officeart/2005/8/layout/hierarchy1"/>
    <dgm:cxn modelId="{A8DBC436-E129-40FE-82EA-BE2D34667F17}" type="presParOf" srcId="{677900C3-CA4C-4816-8ABD-7EDFA095B89A}" destId="{B5CAE2FE-1B32-4E7C-85EF-E46B4FBC6461}" srcOrd="0" destOrd="0" presId="urn:microsoft.com/office/officeart/2005/8/layout/hierarchy1"/>
    <dgm:cxn modelId="{FF09D8CD-9781-42C6-B5E1-A04E8B4C4E56}" type="presParOf" srcId="{B5CAE2FE-1B32-4E7C-85EF-E46B4FBC6461}" destId="{B4D740BE-FAB4-4416-A3D1-72728DD504CE}" srcOrd="0" destOrd="0" presId="urn:microsoft.com/office/officeart/2005/8/layout/hierarchy1"/>
    <dgm:cxn modelId="{5294BC5D-6343-46BC-B17F-811D8B91B42F}" type="presParOf" srcId="{B4D740BE-FAB4-4416-A3D1-72728DD504CE}" destId="{C8A9F47E-5007-4BD9-A681-58B94B5DCCAF}" srcOrd="0" destOrd="0" presId="urn:microsoft.com/office/officeart/2005/8/layout/hierarchy1"/>
    <dgm:cxn modelId="{3FABD3D3-1D45-4898-A2F1-1E5009223692}" type="presParOf" srcId="{B4D740BE-FAB4-4416-A3D1-72728DD504CE}" destId="{C4A22E3A-C1AC-4A6E-B381-6C594CBACEC9}" srcOrd="1" destOrd="0" presId="urn:microsoft.com/office/officeart/2005/8/layout/hierarchy1"/>
    <dgm:cxn modelId="{10D5B2D6-67EA-452D-866C-F8F250A870B4}" type="presParOf" srcId="{B5CAE2FE-1B32-4E7C-85EF-E46B4FBC6461}" destId="{B79552CF-B9CD-4528-AB0C-7274DF1A193E}" srcOrd="1" destOrd="0" presId="urn:microsoft.com/office/officeart/2005/8/layout/hierarchy1"/>
    <dgm:cxn modelId="{D3DC7259-B27C-448F-B0EF-1E37015F8F28}" type="presParOf" srcId="{B79552CF-B9CD-4528-AB0C-7274DF1A193E}" destId="{04FE51EF-4C57-47B5-A876-70BA1A7156E0}" srcOrd="0" destOrd="0" presId="urn:microsoft.com/office/officeart/2005/8/layout/hierarchy1"/>
    <dgm:cxn modelId="{FEEABAF7-ACFE-4341-A5B5-909A3C6EB1B9}" type="presParOf" srcId="{B79552CF-B9CD-4528-AB0C-7274DF1A193E}" destId="{DE27420D-FFCF-479E-884E-5D639367A0A3}" srcOrd="1" destOrd="0" presId="urn:microsoft.com/office/officeart/2005/8/layout/hierarchy1"/>
    <dgm:cxn modelId="{0542EADA-97BF-4FE5-8E94-9A46FE27DD98}" type="presParOf" srcId="{DE27420D-FFCF-479E-884E-5D639367A0A3}" destId="{9DD1A914-77FE-4C6D-8B23-91D58FF2698F}" srcOrd="0" destOrd="0" presId="urn:microsoft.com/office/officeart/2005/8/layout/hierarchy1"/>
    <dgm:cxn modelId="{EB325C06-477A-4897-A274-33C529F7B86B}" type="presParOf" srcId="{9DD1A914-77FE-4C6D-8B23-91D58FF2698F}" destId="{114EB36C-8872-471B-9193-42F6B3BE8DDA}" srcOrd="0" destOrd="0" presId="urn:microsoft.com/office/officeart/2005/8/layout/hierarchy1"/>
    <dgm:cxn modelId="{6BF943A5-63E6-44D2-948C-1E751C8D2D47}" type="presParOf" srcId="{9DD1A914-77FE-4C6D-8B23-91D58FF2698F}" destId="{0B7D7898-1B2F-43E7-8016-D799F16BD57D}" srcOrd="1" destOrd="0" presId="urn:microsoft.com/office/officeart/2005/8/layout/hierarchy1"/>
    <dgm:cxn modelId="{EB6A2738-8AFE-4BCF-88AF-B85A0F7F7CA3}" type="presParOf" srcId="{DE27420D-FFCF-479E-884E-5D639367A0A3}" destId="{DC3DBEAC-4A2F-466B-8B4A-312C8EFE2C91}" srcOrd="1" destOrd="0" presId="urn:microsoft.com/office/officeart/2005/8/layout/hierarchy1"/>
    <dgm:cxn modelId="{2A8A9B41-EEA9-43E4-AEBA-1C1BEF25C408}" type="presParOf" srcId="{DC3DBEAC-4A2F-466B-8B4A-312C8EFE2C91}" destId="{FD5D3854-58B2-4BAC-9052-16F9BCFDEDC6}" srcOrd="0" destOrd="0" presId="urn:microsoft.com/office/officeart/2005/8/layout/hierarchy1"/>
    <dgm:cxn modelId="{7BE57605-EC48-4A06-8D69-AFFD6E8360F3}" type="presParOf" srcId="{DC3DBEAC-4A2F-466B-8B4A-312C8EFE2C91}" destId="{52F2AD9F-2011-43CE-9FE5-2C3CDB936FCF}" srcOrd="1" destOrd="0" presId="urn:microsoft.com/office/officeart/2005/8/layout/hierarchy1"/>
    <dgm:cxn modelId="{5520360B-1869-4A3A-A0E6-D591AA63DCD9}" type="presParOf" srcId="{52F2AD9F-2011-43CE-9FE5-2C3CDB936FCF}" destId="{8C9E78C2-06D3-48A5-9815-733F4BE3679F}" srcOrd="0" destOrd="0" presId="urn:microsoft.com/office/officeart/2005/8/layout/hierarchy1"/>
    <dgm:cxn modelId="{A93D46E4-CB1B-4B65-B94E-6906944E6959}" type="presParOf" srcId="{8C9E78C2-06D3-48A5-9815-733F4BE3679F}" destId="{2ACA8DB6-7D26-41C0-A49F-18985B4D298D}" srcOrd="0" destOrd="0" presId="urn:microsoft.com/office/officeart/2005/8/layout/hierarchy1"/>
    <dgm:cxn modelId="{E68058BE-51DB-4221-B37E-513D943C6C53}" type="presParOf" srcId="{8C9E78C2-06D3-48A5-9815-733F4BE3679F}" destId="{1E73BA14-FA64-44D2-86AC-CB3D27628CF4}" srcOrd="1" destOrd="0" presId="urn:microsoft.com/office/officeart/2005/8/layout/hierarchy1"/>
    <dgm:cxn modelId="{4AD68F69-7F54-4C19-A2B8-467B52FA3AA6}" type="presParOf" srcId="{52F2AD9F-2011-43CE-9FE5-2C3CDB936FCF}" destId="{8C15D388-29E5-4214-913C-7046E74A8C8B}" srcOrd="1" destOrd="0" presId="urn:microsoft.com/office/officeart/2005/8/layout/hierarchy1"/>
    <dgm:cxn modelId="{428239A3-9599-454F-9B61-1E335FB97B48}" type="presParOf" srcId="{B79552CF-B9CD-4528-AB0C-7274DF1A193E}" destId="{EA4B45A0-AC4E-40ED-873E-4E1648581CD7}" srcOrd="2" destOrd="0" presId="urn:microsoft.com/office/officeart/2005/8/layout/hierarchy1"/>
    <dgm:cxn modelId="{F84C310E-1FDC-4A18-80CB-B24853A7AFCB}" type="presParOf" srcId="{B79552CF-B9CD-4528-AB0C-7274DF1A193E}" destId="{A62C0111-C40E-4EB6-98A9-3B77D85CFE22}" srcOrd="3" destOrd="0" presId="urn:microsoft.com/office/officeart/2005/8/layout/hierarchy1"/>
    <dgm:cxn modelId="{E10D2E1B-6FA2-4EF9-8D70-205BF0D65401}" type="presParOf" srcId="{A62C0111-C40E-4EB6-98A9-3B77D85CFE22}" destId="{50793B26-0F61-40A8-9DB8-56FA4801E34F}" srcOrd="0" destOrd="0" presId="urn:microsoft.com/office/officeart/2005/8/layout/hierarchy1"/>
    <dgm:cxn modelId="{2C621A46-8399-489C-A70E-571E7B72F4EC}" type="presParOf" srcId="{50793B26-0F61-40A8-9DB8-56FA4801E34F}" destId="{A39A01A4-76AC-414A-9BE1-F112A09ADC64}" srcOrd="0" destOrd="0" presId="urn:microsoft.com/office/officeart/2005/8/layout/hierarchy1"/>
    <dgm:cxn modelId="{6BA8AAEB-3F1E-44B7-BEAF-EBBD5306A52E}" type="presParOf" srcId="{50793B26-0F61-40A8-9DB8-56FA4801E34F}" destId="{F9FDEC8C-A43F-484D-AB1A-17D5D7BFD3C5}" srcOrd="1" destOrd="0" presId="urn:microsoft.com/office/officeart/2005/8/layout/hierarchy1"/>
    <dgm:cxn modelId="{CF201705-4AD6-4FDB-B335-D83F677F2552}" type="presParOf" srcId="{A62C0111-C40E-4EB6-98A9-3B77D85CFE22}" destId="{B113952C-11E1-4847-8752-2D7C301042E6}" srcOrd="1" destOrd="0" presId="urn:microsoft.com/office/officeart/2005/8/layout/hierarchy1"/>
    <dgm:cxn modelId="{08648AF5-71E9-4D56-9EC8-198D6DD85281}" type="presParOf" srcId="{B113952C-11E1-4847-8752-2D7C301042E6}" destId="{6C81146C-1364-41A3-9D2D-B6C2DDCF33C9}" srcOrd="0" destOrd="0" presId="urn:microsoft.com/office/officeart/2005/8/layout/hierarchy1"/>
    <dgm:cxn modelId="{BA47A280-4791-4307-A51D-478DC82BE189}" type="presParOf" srcId="{B113952C-11E1-4847-8752-2D7C301042E6}" destId="{593585F1-094A-4DEB-8114-CD2F84152CCB}" srcOrd="1" destOrd="0" presId="urn:microsoft.com/office/officeart/2005/8/layout/hierarchy1"/>
    <dgm:cxn modelId="{BB6A0DAE-023B-43CE-805F-1EDFA1AD5456}" type="presParOf" srcId="{593585F1-094A-4DEB-8114-CD2F84152CCB}" destId="{9695E4C6-18F5-4EF5-BBC5-6F8E1756B26C}" srcOrd="0" destOrd="0" presId="urn:microsoft.com/office/officeart/2005/8/layout/hierarchy1"/>
    <dgm:cxn modelId="{6E9817B9-F310-4DCC-AB08-74CD3BAE53C6}" type="presParOf" srcId="{9695E4C6-18F5-4EF5-BBC5-6F8E1756B26C}" destId="{19D7E50D-170D-4D1D-8181-775AA3D3EA43}" srcOrd="0" destOrd="0" presId="urn:microsoft.com/office/officeart/2005/8/layout/hierarchy1"/>
    <dgm:cxn modelId="{AAB50B18-B541-4A2D-9619-51E47720E488}" type="presParOf" srcId="{9695E4C6-18F5-4EF5-BBC5-6F8E1756B26C}" destId="{505C80BB-8B08-4056-B0A3-A880E12CF30D}" srcOrd="1" destOrd="0" presId="urn:microsoft.com/office/officeart/2005/8/layout/hierarchy1"/>
    <dgm:cxn modelId="{0119B077-03E1-41CA-8308-4785EB7E34BC}" type="presParOf" srcId="{593585F1-094A-4DEB-8114-CD2F84152CCB}" destId="{BED24170-B107-4B8E-A3CA-F9D6AF7A1114}" srcOrd="1" destOrd="0" presId="urn:microsoft.com/office/officeart/2005/8/layout/hierarchy1"/>
    <dgm:cxn modelId="{5F9A60A1-DB23-4C6F-8B01-723D6E927CCC}" type="presParOf" srcId="{B79552CF-B9CD-4528-AB0C-7274DF1A193E}" destId="{D6877F8D-127C-41F4-989E-FD594FDE1FAA}" srcOrd="4" destOrd="0" presId="urn:microsoft.com/office/officeart/2005/8/layout/hierarchy1"/>
    <dgm:cxn modelId="{6CC0A552-BE00-45AB-81C3-AB3E9F180551}" type="presParOf" srcId="{B79552CF-B9CD-4528-AB0C-7274DF1A193E}" destId="{D3CB2289-0F7C-404D-802F-EB6522D3D8B9}" srcOrd="5" destOrd="0" presId="urn:microsoft.com/office/officeart/2005/8/layout/hierarchy1"/>
    <dgm:cxn modelId="{98B86F16-502D-41AD-AE57-94EE6634B46F}" type="presParOf" srcId="{D3CB2289-0F7C-404D-802F-EB6522D3D8B9}" destId="{E3D5DEAD-9126-4554-A601-61EBDD2F3016}" srcOrd="0" destOrd="0" presId="urn:microsoft.com/office/officeart/2005/8/layout/hierarchy1"/>
    <dgm:cxn modelId="{1875FD4C-98F3-45A9-BA3B-0C6D2F5E8032}" type="presParOf" srcId="{E3D5DEAD-9126-4554-A601-61EBDD2F3016}" destId="{C149EA6F-DC8A-4905-8362-DA6DC01F8761}" srcOrd="0" destOrd="0" presId="urn:microsoft.com/office/officeart/2005/8/layout/hierarchy1"/>
    <dgm:cxn modelId="{17D9E0B4-4008-49ED-8D1A-48313080FA37}" type="presParOf" srcId="{E3D5DEAD-9126-4554-A601-61EBDD2F3016}" destId="{044BD5B5-A0DC-4BF0-A087-637401B36E31}" srcOrd="1" destOrd="0" presId="urn:microsoft.com/office/officeart/2005/8/layout/hierarchy1"/>
    <dgm:cxn modelId="{E52C338E-80F2-4FCF-A5FA-5E96D74B50F4}" type="presParOf" srcId="{D3CB2289-0F7C-404D-802F-EB6522D3D8B9}" destId="{DA2CD14E-5370-4FC8-B335-8FCD895A4910}" srcOrd="1" destOrd="0" presId="urn:microsoft.com/office/officeart/2005/8/layout/hierarchy1"/>
    <dgm:cxn modelId="{A963D7C3-48FB-4B9A-A423-CDD5D3E2C786}" type="presParOf" srcId="{DA2CD14E-5370-4FC8-B335-8FCD895A4910}" destId="{DD9E1E48-B0A5-41FA-8FE1-135A885A1A38}" srcOrd="0" destOrd="0" presId="urn:microsoft.com/office/officeart/2005/8/layout/hierarchy1"/>
    <dgm:cxn modelId="{2C0961B4-72A9-4229-8C33-B91AC1EDC22D}" type="presParOf" srcId="{DA2CD14E-5370-4FC8-B335-8FCD895A4910}" destId="{A83E8C86-AF5B-42C2-97B0-B78D3B1F1A30}" srcOrd="1" destOrd="0" presId="urn:microsoft.com/office/officeart/2005/8/layout/hierarchy1"/>
    <dgm:cxn modelId="{60F79F40-620D-4043-953C-789D4498FB3D}" type="presParOf" srcId="{A83E8C86-AF5B-42C2-97B0-B78D3B1F1A30}" destId="{DF688C4C-EA5C-4DEF-AB39-CD5F2FFC0C9A}" srcOrd="0" destOrd="0" presId="urn:microsoft.com/office/officeart/2005/8/layout/hierarchy1"/>
    <dgm:cxn modelId="{A2F0724E-E65F-4EFD-B8F6-CF3945800FEB}" type="presParOf" srcId="{DF688C4C-EA5C-4DEF-AB39-CD5F2FFC0C9A}" destId="{03E4B7D5-87EA-4D09-B552-93894A824EBA}" srcOrd="0" destOrd="0" presId="urn:microsoft.com/office/officeart/2005/8/layout/hierarchy1"/>
    <dgm:cxn modelId="{5AFAAFFA-0BB2-47A1-8C40-0510C71F1259}" type="presParOf" srcId="{DF688C4C-EA5C-4DEF-AB39-CD5F2FFC0C9A}" destId="{54071C89-7AB8-490A-9BFF-64AB126FE1B8}" srcOrd="1" destOrd="0" presId="urn:microsoft.com/office/officeart/2005/8/layout/hierarchy1"/>
    <dgm:cxn modelId="{EB5E5E4F-3E91-4DE6-A701-10467ED577BE}" type="presParOf" srcId="{A83E8C86-AF5B-42C2-97B0-B78D3B1F1A30}" destId="{037489E5-29F2-4BBA-80E5-0C66D07489EA}" srcOrd="1" destOrd="0" presId="urn:microsoft.com/office/officeart/2005/8/layout/hierarchy1"/>
    <dgm:cxn modelId="{AD70F29A-C8D8-4B6C-B4A5-8B4E6262E0D3}" type="presParOf" srcId="{B79552CF-B9CD-4528-AB0C-7274DF1A193E}" destId="{6BE71F0F-AB81-4815-91A4-F230116AB9CE}" srcOrd="6" destOrd="0" presId="urn:microsoft.com/office/officeart/2005/8/layout/hierarchy1"/>
    <dgm:cxn modelId="{9E7127FF-3A75-4BEC-ADEF-14F4FB81164D}" type="presParOf" srcId="{B79552CF-B9CD-4528-AB0C-7274DF1A193E}" destId="{3BBED35E-FE14-4837-ABF7-A5894F3C1477}" srcOrd="7" destOrd="0" presId="urn:microsoft.com/office/officeart/2005/8/layout/hierarchy1"/>
    <dgm:cxn modelId="{64B05AB8-452C-4720-B7B9-4717F29FA440}" type="presParOf" srcId="{3BBED35E-FE14-4837-ABF7-A5894F3C1477}" destId="{F5C563A1-4C5C-4662-A348-0A443EAA68CC}" srcOrd="0" destOrd="0" presId="urn:microsoft.com/office/officeart/2005/8/layout/hierarchy1"/>
    <dgm:cxn modelId="{0C0680E5-A3C0-455F-B82E-801D9E15FB75}" type="presParOf" srcId="{F5C563A1-4C5C-4662-A348-0A443EAA68CC}" destId="{37C82304-E7C3-40E3-878B-61784AF3892C}" srcOrd="0" destOrd="0" presId="urn:microsoft.com/office/officeart/2005/8/layout/hierarchy1"/>
    <dgm:cxn modelId="{13CAD14C-7D6E-4075-A2E5-738A649C4C06}" type="presParOf" srcId="{F5C563A1-4C5C-4662-A348-0A443EAA68CC}" destId="{18F121AC-F737-437E-AC11-1B72716AC8E4}" srcOrd="1" destOrd="0" presId="urn:microsoft.com/office/officeart/2005/8/layout/hierarchy1"/>
    <dgm:cxn modelId="{1B390F4C-E3CD-4AC4-9A9D-4BFBFC0CF838}" type="presParOf" srcId="{3BBED35E-FE14-4837-ABF7-A5894F3C1477}" destId="{E8A4A23E-5466-4A43-848C-BDDA604892CB}" srcOrd="1" destOrd="0" presId="urn:microsoft.com/office/officeart/2005/8/layout/hierarchy1"/>
    <dgm:cxn modelId="{0EB18E54-C677-4FC5-B958-5109A05F9CD7}" type="presParOf" srcId="{E8A4A23E-5466-4A43-848C-BDDA604892CB}" destId="{250282C9-4650-42B8-A0D6-341A41261339}" srcOrd="0" destOrd="0" presId="urn:microsoft.com/office/officeart/2005/8/layout/hierarchy1"/>
    <dgm:cxn modelId="{A21C7988-E94A-4D9F-B3E9-F09A12FB816F}" type="presParOf" srcId="{E8A4A23E-5466-4A43-848C-BDDA604892CB}" destId="{6355122E-BC4B-4E2A-8ADD-D56F99FDBE9C}" srcOrd="1" destOrd="0" presId="urn:microsoft.com/office/officeart/2005/8/layout/hierarchy1"/>
    <dgm:cxn modelId="{4B3E7C09-CF32-484F-8FD9-A0A3EDAA9D0A}" type="presParOf" srcId="{6355122E-BC4B-4E2A-8ADD-D56F99FDBE9C}" destId="{9110E2A7-6119-4D18-A42E-69705674D38A}" srcOrd="0" destOrd="0" presId="urn:microsoft.com/office/officeart/2005/8/layout/hierarchy1"/>
    <dgm:cxn modelId="{BC43B752-1AE2-41E2-94A4-16EBEDFCC7B1}" type="presParOf" srcId="{9110E2A7-6119-4D18-A42E-69705674D38A}" destId="{2C6C7275-14D7-433B-829A-C20101498A39}" srcOrd="0" destOrd="0" presId="urn:microsoft.com/office/officeart/2005/8/layout/hierarchy1"/>
    <dgm:cxn modelId="{6F3EDD55-8952-4EAF-99BC-D75F7E34E122}" type="presParOf" srcId="{9110E2A7-6119-4D18-A42E-69705674D38A}" destId="{60D07BF5-A87B-4CE7-A162-CE2C89000939}" srcOrd="1" destOrd="0" presId="urn:microsoft.com/office/officeart/2005/8/layout/hierarchy1"/>
    <dgm:cxn modelId="{F24A1CC4-B28A-4383-ABB7-B8020AC804A9}" type="presParOf" srcId="{6355122E-BC4B-4E2A-8ADD-D56F99FDBE9C}" destId="{D8DFFFEB-9733-42C3-88C2-07072A4F3A8B}" srcOrd="1" destOrd="0" presId="urn:microsoft.com/office/officeart/2005/8/layout/hierarchy1"/>
    <dgm:cxn modelId="{F678EC1D-2A73-480F-A2AE-D2408B01D494}" type="presParOf" srcId="{E8A4A23E-5466-4A43-848C-BDDA604892CB}" destId="{A7AABAEA-103A-4BEC-95B6-B23BE1596CD7}" srcOrd="2" destOrd="0" presId="urn:microsoft.com/office/officeart/2005/8/layout/hierarchy1"/>
    <dgm:cxn modelId="{699055F3-DBB8-4FF1-A527-13C20D676E3F}" type="presParOf" srcId="{E8A4A23E-5466-4A43-848C-BDDA604892CB}" destId="{3CF44CC6-A094-435F-8737-BD7D0E0F6627}" srcOrd="3" destOrd="0" presId="urn:microsoft.com/office/officeart/2005/8/layout/hierarchy1"/>
    <dgm:cxn modelId="{33418AF7-2445-4892-853F-AC1F4BEE1EA5}" type="presParOf" srcId="{3CF44CC6-A094-435F-8737-BD7D0E0F6627}" destId="{6ADA3F34-CD3C-4C15-8210-3B9414A06A1E}" srcOrd="0" destOrd="0" presId="urn:microsoft.com/office/officeart/2005/8/layout/hierarchy1"/>
    <dgm:cxn modelId="{8E9F857B-BBEE-46DD-9486-F6051FE6A33A}" type="presParOf" srcId="{6ADA3F34-CD3C-4C15-8210-3B9414A06A1E}" destId="{1A8578BF-E3C6-444B-9C3A-DDEA5D3A281C}" srcOrd="0" destOrd="0" presId="urn:microsoft.com/office/officeart/2005/8/layout/hierarchy1"/>
    <dgm:cxn modelId="{A4919EC9-BAD1-41A1-9506-AAC9C1DE0D95}" type="presParOf" srcId="{6ADA3F34-CD3C-4C15-8210-3B9414A06A1E}" destId="{0EA9B4CB-186A-4EF9-91DB-AC5D36FBEBE8}" srcOrd="1" destOrd="0" presId="urn:microsoft.com/office/officeart/2005/8/layout/hierarchy1"/>
    <dgm:cxn modelId="{AE6BF189-4930-4A8A-8BF0-B033ACBC374F}" type="presParOf" srcId="{3CF44CC6-A094-435F-8737-BD7D0E0F6627}" destId="{DA9F033D-7625-44AA-8A36-383B4FD29F1C}" srcOrd="1" destOrd="0" presId="urn:microsoft.com/office/officeart/2005/8/layout/hierarchy1"/>
    <dgm:cxn modelId="{B21E95D7-3377-4395-AE04-ABA4F47045E5}" type="presParOf" srcId="{DA9F033D-7625-44AA-8A36-383B4FD29F1C}" destId="{DB2A8FAF-C581-4452-862F-64DE826A17B3}" srcOrd="0" destOrd="0" presId="urn:microsoft.com/office/officeart/2005/8/layout/hierarchy1"/>
    <dgm:cxn modelId="{E05D182C-4F75-4841-8674-D87D336DEA70}" type="presParOf" srcId="{DA9F033D-7625-44AA-8A36-383B4FD29F1C}" destId="{BB2E7356-3E20-4F27-9795-507C7F2CB655}" srcOrd="1" destOrd="0" presId="urn:microsoft.com/office/officeart/2005/8/layout/hierarchy1"/>
    <dgm:cxn modelId="{E74F0626-E711-40B5-8993-6D83098F64A5}" type="presParOf" srcId="{BB2E7356-3E20-4F27-9795-507C7F2CB655}" destId="{CDD05BAA-AFF4-452D-8035-EAEC71312012}" srcOrd="0" destOrd="0" presId="urn:microsoft.com/office/officeart/2005/8/layout/hierarchy1"/>
    <dgm:cxn modelId="{289AD588-E570-46DE-AF5A-6441D7BE6E03}" type="presParOf" srcId="{CDD05BAA-AFF4-452D-8035-EAEC71312012}" destId="{B883C74F-1872-4E22-B17D-9C927321AD1C}" srcOrd="0" destOrd="0" presId="urn:microsoft.com/office/officeart/2005/8/layout/hierarchy1"/>
    <dgm:cxn modelId="{9BD32C7C-CCC6-4E0A-ADD1-E4ADD8915A2E}" type="presParOf" srcId="{CDD05BAA-AFF4-452D-8035-EAEC71312012}" destId="{0F1A517D-7A1C-494C-953F-2DB532753AFD}" srcOrd="1" destOrd="0" presId="urn:microsoft.com/office/officeart/2005/8/layout/hierarchy1"/>
    <dgm:cxn modelId="{62B8AE4D-9F60-4735-BA9B-0BC801677A60}" type="presParOf" srcId="{BB2E7356-3E20-4F27-9795-507C7F2CB655}" destId="{98755908-B365-46B3-9C29-A64709B175BD}" srcOrd="1" destOrd="0" presId="urn:microsoft.com/office/officeart/2005/8/layout/hierarchy1"/>
    <dgm:cxn modelId="{2C0B8C4D-51F1-41EA-971E-ACC72515993A}" type="presParOf" srcId="{E8A4A23E-5466-4A43-848C-BDDA604892CB}" destId="{BEEA8074-5696-43BF-A19E-C344F6A9AD88}" srcOrd="4" destOrd="0" presId="urn:microsoft.com/office/officeart/2005/8/layout/hierarchy1"/>
    <dgm:cxn modelId="{B81583C8-F28F-463A-BEB5-47E77F2CC056}" type="presParOf" srcId="{E8A4A23E-5466-4A43-848C-BDDA604892CB}" destId="{57D5B237-FFBC-44C6-895F-2EB805F0EB96}" srcOrd="5" destOrd="0" presId="urn:microsoft.com/office/officeart/2005/8/layout/hierarchy1"/>
    <dgm:cxn modelId="{AE4A1125-B1FB-4C67-AE77-192FEAFA3B1A}" type="presParOf" srcId="{57D5B237-FFBC-44C6-895F-2EB805F0EB96}" destId="{860E40B4-043D-46AF-A54A-C33BBF705996}" srcOrd="0" destOrd="0" presId="urn:microsoft.com/office/officeart/2005/8/layout/hierarchy1"/>
    <dgm:cxn modelId="{B6DD349E-A691-452F-92DC-196E6E0B8B1A}" type="presParOf" srcId="{860E40B4-043D-46AF-A54A-C33BBF705996}" destId="{5C1F13D2-BC15-4ABA-A7C7-17F973BB42C4}" srcOrd="0" destOrd="0" presId="urn:microsoft.com/office/officeart/2005/8/layout/hierarchy1"/>
    <dgm:cxn modelId="{5E97842A-3F99-4DD2-856E-38657A36C4E7}" type="presParOf" srcId="{860E40B4-043D-46AF-A54A-C33BBF705996}" destId="{FC0845B2-14E4-400C-9928-093B7425BA93}" srcOrd="1" destOrd="0" presId="urn:microsoft.com/office/officeart/2005/8/layout/hierarchy1"/>
    <dgm:cxn modelId="{3C7C609D-EC18-44EA-8793-AB4410D40DAD}" type="presParOf" srcId="{57D5B237-FFBC-44C6-895F-2EB805F0EB96}" destId="{C586A893-028C-498D-BBA5-C86A1075BC80}" srcOrd="1" destOrd="0" presId="urn:microsoft.com/office/officeart/2005/8/layout/hierarchy1"/>
    <dgm:cxn modelId="{E92AE761-AA88-488B-957D-85A380EF550A}" type="presParOf" srcId="{B79552CF-B9CD-4528-AB0C-7274DF1A193E}" destId="{77377582-AD7B-4638-9ED6-CCA93158AD38}" srcOrd="8" destOrd="0" presId="urn:microsoft.com/office/officeart/2005/8/layout/hierarchy1"/>
    <dgm:cxn modelId="{EBEE751C-C8FC-4149-BBE5-35405CE2F809}" type="presParOf" srcId="{B79552CF-B9CD-4528-AB0C-7274DF1A193E}" destId="{0087D6D2-5B1B-420F-87F7-FA430DCE5600}" srcOrd="9" destOrd="0" presId="urn:microsoft.com/office/officeart/2005/8/layout/hierarchy1"/>
    <dgm:cxn modelId="{8023DFEB-9981-4526-8C17-20F3A6CCB251}" type="presParOf" srcId="{0087D6D2-5B1B-420F-87F7-FA430DCE5600}" destId="{CA4230D8-F0B9-4217-9292-3310BB922BF3}" srcOrd="0" destOrd="0" presId="urn:microsoft.com/office/officeart/2005/8/layout/hierarchy1"/>
    <dgm:cxn modelId="{75AD286B-77E7-4107-B626-9691C5B6D634}" type="presParOf" srcId="{CA4230D8-F0B9-4217-9292-3310BB922BF3}" destId="{F2172E3E-D0ED-40CB-8457-C7238F8DE2CC}" srcOrd="0" destOrd="0" presId="urn:microsoft.com/office/officeart/2005/8/layout/hierarchy1"/>
    <dgm:cxn modelId="{5514D40D-8F44-48A1-AB04-6549D9FF2801}" type="presParOf" srcId="{CA4230D8-F0B9-4217-9292-3310BB922BF3}" destId="{FE3A96ED-22D5-4119-B394-A022E84599A5}" srcOrd="1" destOrd="0" presId="urn:microsoft.com/office/officeart/2005/8/layout/hierarchy1"/>
    <dgm:cxn modelId="{442416AA-8CA4-4A9E-B122-89B66B69FFA9}" type="presParOf" srcId="{0087D6D2-5B1B-420F-87F7-FA430DCE5600}" destId="{4093C8CD-A705-47BC-91E7-4E980F0ED5DF}" srcOrd="1" destOrd="0" presId="urn:microsoft.com/office/officeart/2005/8/layout/hierarchy1"/>
    <dgm:cxn modelId="{95DAFAF4-13DB-48D4-B8EB-FAD6AC89B1AD}" type="presParOf" srcId="{B79552CF-B9CD-4528-AB0C-7274DF1A193E}" destId="{BF3807E1-60BD-49EA-AE22-A0B827DF1AA9}" srcOrd="10" destOrd="0" presId="urn:microsoft.com/office/officeart/2005/8/layout/hierarchy1"/>
    <dgm:cxn modelId="{151AB26D-D1E1-44BB-9570-F9C5D2BCE1E0}" type="presParOf" srcId="{B79552CF-B9CD-4528-AB0C-7274DF1A193E}" destId="{25E7DF29-CE02-4C39-A105-113F22A2C823}" srcOrd="11" destOrd="0" presId="urn:microsoft.com/office/officeart/2005/8/layout/hierarchy1"/>
    <dgm:cxn modelId="{5D822DB5-5C66-41D3-A88F-B439605B5467}" type="presParOf" srcId="{25E7DF29-CE02-4C39-A105-113F22A2C823}" destId="{56008823-7F2A-4934-A669-1579026BAAA8}" srcOrd="0" destOrd="0" presId="urn:microsoft.com/office/officeart/2005/8/layout/hierarchy1"/>
    <dgm:cxn modelId="{DAC561EF-E5DE-48D5-9021-50201E6BF7EC}" type="presParOf" srcId="{56008823-7F2A-4934-A669-1579026BAAA8}" destId="{61AE8F71-A46E-4C97-B074-C0E91F1E8607}" srcOrd="0" destOrd="0" presId="urn:microsoft.com/office/officeart/2005/8/layout/hierarchy1"/>
    <dgm:cxn modelId="{22A5C4AC-6360-41FF-BB1E-DC2A70C3E32E}" type="presParOf" srcId="{56008823-7F2A-4934-A669-1579026BAAA8}" destId="{6AE52F53-CC90-41C7-99EF-87A20397AFA5}" srcOrd="1" destOrd="0" presId="urn:microsoft.com/office/officeart/2005/8/layout/hierarchy1"/>
    <dgm:cxn modelId="{34F6AE19-9321-4D02-B7CE-CDD48B75A677}" type="presParOf" srcId="{25E7DF29-CE02-4C39-A105-113F22A2C823}" destId="{69E857BF-6808-4932-8DC0-FE07FAE2F864}" srcOrd="1" destOrd="0" presId="urn:microsoft.com/office/officeart/2005/8/layout/hierarchy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3807E1-60BD-49EA-AE22-A0B827DF1AA9}">
      <dsp:nvSpPr>
        <dsp:cNvPr id="0" name=""/>
        <dsp:cNvSpPr/>
      </dsp:nvSpPr>
      <dsp:spPr>
        <a:xfrm>
          <a:off x="5041966" y="649390"/>
          <a:ext cx="4620934" cy="1666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6068"/>
              </a:lnTo>
              <a:lnTo>
                <a:pt x="4620934" y="1566068"/>
              </a:lnTo>
              <a:lnTo>
                <a:pt x="4620934" y="1666097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77582-AD7B-4638-9ED6-CCA93158AD38}">
      <dsp:nvSpPr>
        <dsp:cNvPr id="0" name=""/>
        <dsp:cNvSpPr/>
      </dsp:nvSpPr>
      <dsp:spPr>
        <a:xfrm>
          <a:off x="5041966" y="649390"/>
          <a:ext cx="3256883" cy="632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2416"/>
              </a:lnTo>
              <a:lnTo>
                <a:pt x="3256883" y="532416"/>
              </a:lnTo>
              <a:lnTo>
                <a:pt x="3256883" y="63244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EA8074-5696-43BF-A19E-C344F6A9AD88}">
      <dsp:nvSpPr>
        <dsp:cNvPr id="0" name=""/>
        <dsp:cNvSpPr/>
      </dsp:nvSpPr>
      <dsp:spPr>
        <a:xfrm>
          <a:off x="6045304" y="3001143"/>
          <a:ext cx="1416533" cy="314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004"/>
              </a:lnTo>
              <a:lnTo>
                <a:pt x="1416533" y="214004"/>
              </a:lnTo>
              <a:lnTo>
                <a:pt x="1416533" y="314033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2A8FAF-C581-4452-862F-64DE826A17B3}">
      <dsp:nvSpPr>
        <dsp:cNvPr id="0" name=""/>
        <dsp:cNvSpPr/>
      </dsp:nvSpPr>
      <dsp:spPr>
        <a:xfrm>
          <a:off x="5992695" y="4000832"/>
          <a:ext cx="91440" cy="3140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4004"/>
              </a:lnTo>
              <a:lnTo>
                <a:pt x="47188" y="214004"/>
              </a:lnTo>
              <a:lnTo>
                <a:pt x="47188" y="314033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ABAEA-103A-4BEC-95B6-B23BE1596CD7}">
      <dsp:nvSpPr>
        <dsp:cNvPr id="0" name=""/>
        <dsp:cNvSpPr/>
      </dsp:nvSpPr>
      <dsp:spPr>
        <a:xfrm>
          <a:off x="5992695" y="3001143"/>
          <a:ext cx="91440" cy="314033"/>
        </a:xfrm>
        <a:custGeom>
          <a:avLst/>
          <a:gdLst/>
          <a:ahLst/>
          <a:cxnLst/>
          <a:rect l="0" t="0" r="0" b="0"/>
          <a:pathLst>
            <a:path>
              <a:moveTo>
                <a:pt x="52608" y="0"/>
              </a:moveTo>
              <a:lnTo>
                <a:pt x="52608" y="214004"/>
              </a:lnTo>
              <a:lnTo>
                <a:pt x="45720" y="214004"/>
              </a:lnTo>
              <a:lnTo>
                <a:pt x="45720" y="314033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282C9-4650-42B8-A0D6-341A41261339}">
      <dsp:nvSpPr>
        <dsp:cNvPr id="0" name=""/>
        <dsp:cNvSpPr/>
      </dsp:nvSpPr>
      <dsp:spPr>
        <a:xfrm>
          <a:off x="4744014" y="3001143"/>
          <a:ext cx="1301289" cy="314033"/>
        </a:xfrm>
        <a:custGeom>
          <a:avLst/>
          <a:gdLst/>
          <a:ahLst/>
          <a:cxnLst/>
          <a:rect l="0" t="0" r="0" b="0"/>
          <a:pathLst>
            <a:path>
              <a:moveTo>
                <a:pt x="1301289" y="0"/>
              </a:moveTo>
              <a:lnTo>
                <a:pt x="1301289" y="214004"/>
              </a:lnTo>
              <a:lnTo>
                <a:pt x="0" y="214004"/>
              </a:lnTo>
              <a:lnTo>
                <a:pt x="0" y="314033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E71F0F-AB81-4815-91A4-F230116AB9CE}">
      <dsp:nvSpPr>
        <dsp:cNvPr id="0" name=""/>
        <dsp:cNvSpPr/>
      </dsp:nvSpPr>
      <dsp:spPr>
        <a:xfrm>
          <a:off x="5041966" y="649390"/>
          <a:ext cx="1003337" cy="1666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6068"/>
              </a:lnTo>
              <a:lnTo>
                <a:pt x="1003337" y="1566068"/>
              </a:lnTo>
              <a:lnTo>
                <a:pt x="1003337" y="1666097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9E1E48-B0A5-41FA-8FE1-135A885A1A38}">
      <dsp:nvSpPr>
        <dsp:cNvPr id="0" name=""/>
        <dsp:cNvSpPr/>
      </dsp:nvSpPr>
      <dsp:spPr>
        <a:xfrm>
          <a:off x="3279881" y="3001143"/>
          <a:ext cx="91440" cy="1313753"/>
        </a:xfrm>
        <a:custGeom>
          <a:avLst/>
          <a:gdLst/>
          <a:ahLst/>
          <a:cxnLst/>
          <a:rect l="0" t="0" r="0" b="0"/>
          <a:pathLst>
            <a:path>
              <a:moveTo>
                <a:pt x="47598" y="0"/>
              </a:moveTo>
              <a:lnTo>
                <a:pt x="47598" y="1213724"/>
              </a:lnTo>
              <a:lnTo>
                <a:pt x="45720" y="1213724"/>
              </a:lnTo>
              <a:lnTo>
                <a:pt x="45720" y="1313753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77F8D-127C-41F4-989E-FD594FDE1FAA}">
      <dsp:nvSpPr>
        <dsp:cNvPr id="0" name=""/>
        <dsp:cNvSpPr/>
      </dsp:nvSpPr>
      <dsp:spPr>
        <a:xfrm>
          <a:off x="3327480" y="649390"/>
          <a:ext cx="1714486" cy="1666097"/>
        </a:xfrm>
        <a:custGeom>
          <a:avLst/>
          <a:gdLst/>
          <a:ahLst/>
          <a:cxnLst/>
          <a:rect l="0" t="0" r="0" b="0"/>
          <a:pathLst>
            <a:path>
              <a:moveTo>
                <a:pt x="1714486" y="0"/>
              </a:moveTo>
              <a:lnTo>
                <a:pt x="1714486" y="1566068"/>
              </a:lnTo>
              <a:lnTo>
                <a:pt x="0" y="1566068"/>
              </a:lnTo>
              <a:lnTo>
                <a:pt x="0" y="1666097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1146C-1364-41A3-9D2D-B6C2DDCF33C9}">
      <dsp:nvSpPr>
        <dsp:cNvPr id="0" name=""/>
        <dsp:cNvSpPr/>
      </dsp:nvSpPr>
      <dsp:spPr>
        <a:xfrm>
          <a:off x="1962039" y="3001143"/>
          <a:ext cx="91440" cy="3140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4033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4B45A0-AC4E-40ED-873E-4E1648581CD7}">
      <dsp:nvSpPr>
        <dsp:cNvPr id="0" name=""/>
        <dsp:cNvSpPr/>
      </dsp:nvSpPr>
      <dsp:spPr>
        <a:xfrm>
          <a:off x="2007759" y="649390"/>
          <a:ext cx="3034207" cy="1666097"/>
        </a:xfrm>
        <a:custGeom>
          <a:avLst/>
          <a:gdLst/>
          <a:ahLst/>
          <a:cxnLst/>
          <a:rect l="0" t="0" r="0" b="0"/>
          <a:pathLst>
            <a:path>
              <a:moveTo>
                <a:pt x="3034207" y="0"/>
              </a:moveTo>
              <a:lnTo>
                <a:pt x="3034207" y="1566068"/>
              </a:lnTo>
              <a:lnTo>
                <a:pt x="0" y="1566068"/>
              </a:lnTo>
              <a:lnTo>
                <a:pt x="0" y="1666097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D3854-58B2-4BAC-9052-16F9BCFDEDC6}">
      <dsp:nvSpPr>
        <dsp:cNvPr id="0" name=""/>
        <dsp:cNvSpPr/>
      </dsp:nvSpPr>
      <dsp:spPr>
        <a:xfrm>
          <a:off x="568796" y="3001143"/>
          <a:ext cx="91440" cy="3140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4033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E51EF-4C57-47B5-A876-70BA1A7156E0}">
      <dsp:nvSpPr>
        <dsp:cNvPr id="0" name=""/>
        <dsp:cNvSpPr/>
      </dsp:nvSpPr>
      <dsp:spPr>
        <a:xfrm>
          <a:off x="614516" y="649390"/>
          <a:ext cx="4427450" cy="1666097"/>
        </a:xfrm>
        <a:custGeom>
          <a:avLst/>
          <a:gdLst/>
          <a:ahLst/>
          <a:cxnLst/>
          <a:rect l="0" t="0" r="0" b="0"/>
          <a:pathLst>
            <a:path>
              <a:moveTo>
                <a:pt x="4427450" y="0"/>
              </a:moveTo>
              <a:lnTo>
                <a:pt x="4427450" y="1566068"/>
              </a:lnTo>
              <a:lnTo>
                <a:pt x="0" y="1566068"/>
              </a:lnTo>
              <a:lnTo>
                <a:pt x="0" y="1666097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A9F47E-5007-4BD9-A681-58B94B5DCCAF}">
      <dsp:nvSpPr>
        <dsp:cNvPr id="0" name=""/>
        <dsp:cNvSpPr/>
      </dsp:nvSpPr>
      <dsp:spPr>
        <a:xfrm>
          <a:off x="4502080" y="-36264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22E3A-C1AC-4A6E-B381-6C594CBACEC9}">
      <dsp:nvSpPr>
        <dsp:cNvPr id="0" name=""/>
        <dsp:cNvSpPr/>
      </dsp:nvSpPr>
      <dsp:spPr>
        <a:xfrm>
          <a:off x="4622055" y="77711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Gerencia general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642137" y="97793"/>
        <a:ext cx="1039608" cy="645491"/>
      </dsp:txXfrm>
    </dsp:sp>
    <dsp:sp modelId="{114EB36C-8872-471B-9193-42F6B3BE8DDA}">
      <dsp:nvSpPr>
        <dsp:cNvPr id="0" name=""/>
        <dsp:cNvSpPr/>
      </dsp:nvSpPr>
      <dsp:spPr>
        <a:xfrm>
          <a:off x="1108" y="2315488"/>
          <a:ext cx="1226815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D7898-1B2F-43E7-8016-D799F16BD57D}">
      <dsp:nvSpPr>
        <dsp:cNvPr id="0" name=""/>
        <dsp:cNvSpPr/>
      </dsp:nvSpPr>
      <dsp:spPr>
        <a:xfrm>
          <a:off x="121083" y="2429464"/>
          <a:ext cx="1226815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Responsable de Administración</a:t>
          </a:r>
        </a:p>
      </dsp:txBody>
      <dsp:txXfrm>
        <a:off x="141165" y="2449546"/>
        <a:ext cx="1186651" cy="645491"/>
      </dsp:txXfrm>
    </dsp:sp>
    <dsp:sp modelId="{2ACA8DB6-7D26-41C0-A49F-18985B4D298D}">
      <dsp:nvSpPr>
        <dsp:cNvPr id="0" name=""/>
        <dsp:cNvSpPr/>
      </dsp:nvSpPr>
      <dsp:spPr>
        <a:xfrm>
          <a:off x="74630" y="3315177"/>
          <a:ext cx="1079772" cy="685655"/>
        </a:xfrm>
        <a:prstGeom prst="roundRect">
          <a:avLst>
            <a:gd name="adj" fmla="val 10000"/>
          </a:avLst>
        </a:prstGeom>
        <a:solidFill>
          <a:srgbClr val="4EA72E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3BA14-FA64-44D2-86AC-CB3D27628CF4}">
      <dsp:nvSpPr>
        <dsp:cNvPr id="0" name=""/>
        <dsp:cNvSpPr/>
      </dsp:nvSpPr>
      <dsp:spPr>
        <a:xfrm>
          <a:off x="194604" y="3429153"/>
          <a:ext cx="1079772" cy="685655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96B2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Asesoria</a:t>
          </a: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 Impositiva y Legal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4686" y="3449235"/>
        <a:ext cx="1039608" cy="645491"/>
      </dsp:txXfrm>
    </dsp:sp>
    <dsp:sp modelId="{A39A01A4-76AC-414A-9BE1-F112A09ADC64}">
      <dsp:nvSpPr>
        <dsp:cNvPr id="0" name=""/>
        <dsp:cNvSpPr/>
      </dsp:nvSpPr>
      <dsp:spPr>
        <a:xfrm>
          <a:off x="1467873" y="2315488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DEC8C-A43F-484D-AB1A-17D5D7BFD3C5}">
      <dsp:nvSpPr>
        <dsp:cNvPr id="0" name=""/>
        <dsp:cNvSpPr/>
      </dsp:nvSpPr>
      <dsp:spPr>
        <a:xfrm>
          <a:off x="1587848" y="2429464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Responsable de RRHH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07930" y="2449546"/>
        <a:ext cx="1039608" cy="645491"/>
      </dsp:txXfrm>
    </dsp:sp>
    <dsp:sp modelId="{19D7E50D-170D-4D1D-8181-775AA3D3EA43}">
      <dsp:nvSpPr>
        <dsp:cNvPr id="0" name=""/>
        <dsp:cNvSpPr/>
      </dsp:nvSpPr>
      <dsp:spPr>
        <a:xfrm>
          <a:off x="1467873" y="3315177"/>
          <a:ext cx="1079772" cy="685655"/>
        </a:xfrm>
        <a:prstGeom prst="roundRect">
          <a:avLst>
            <a:gd name="adj" fmla="val 10000"/>
          </a:avLst>
        </a:prstGeom>
        <a:solidFill>
          <a:srgbClr val="4EA72E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C80BB-8B08-4056-B0A3-A880E12CF30D}">
      <dsp:nvSpPr>
        <dsp:cNvPr id="0" name=""/>
        <dsp:cNvSpPr/>
      </dsp:nvSpPr>
      <dsp:spPr>
        <a:xfrm>
          <a:off x="1587848" y="3429153"/>
          <a:ext cx="1079772" cy="685655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96B2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Asesoria</a:t>
          </a:r>
          <a:r>
            <a:rPr lang="es-AR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RRHHH</a:t>
          </a:r>
          <a:endParaRPr lang="en-US" sz="1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607930" y="3449235"/>
        <a:ext cx="1039608" cy="645491"/>
      </dsp:txXfrm>
    </dsp:sp>
    <dsp:sp modelId="{C149EA6F-DC8A-4905-8362-DA6DC01F8761}">
      <dsp:nvSpPr>
        <dsp:cNvPr id="0" name=""/>
        <dsp:cNvSpPr/>
      </dsp:nvSpPr>
      <dsp:spPr>
        <a:xfrm>
          <a:off x="2787594" y="2315488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BD5B5-A0DC-4BF0-A087-637401B36E31}">
      <dsp:nvSpPr>
        <dsp:cNvPr id="0" name=""/>
        <dsp:cNvSpPr/>
      </dsp:nvSpPr>
      <dsp:spPr>
        <a:xfrm>
          <a:off x="2907569" y="2429464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Responsable de Logistica y distribución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27651" y="2449546"/>
        <a:ext cx="1039608" cy="645491"/>
      </dsp:txXfrm>
    </dsp:sp>
    <dsp:sp modelId="{03E4B7D5-87EA-4D09-B552-93894A824EBA}">
      <dsp:nvSpPr>
        <dsp:cNvPr id="0" name=""/>
        <dsp:cNvSpPr/>
      </dsp:nvSpPr>
      <dsp:spPr>
        <a:xfrm>
          <a:off x="2785715" y="4314897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071C89-7AB8-490A-9BFF-64AB126FE1B8}">
      <dsp:nvSpPr>
        <dsp:cNvPr id="0" name=""/>
        <dsp:cNvSpPr/>
      </dsp:nvSpPr>
      <dsp:spPr>
        <a:xfrm>
          <a:off x="2905690" y="4428872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Choferes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25772" y="4448954"/>
        <a:ext cx="1039608" cy="645491"/>
      </dsp:txXfrm>
    </dsp:sp>
    <dsp:sp modelId="{37C82304-E7C3-40E3-878B-61784AF3892C}">
      <dsp:nvSpPr>
        <dsp:cNvPr id="0" name=""/>
        <dsp:cNvSpPr/>
      </dsp:nvSpPr>
      <dsp:spPr>
        <a:xfrm>
          <a:off x="5505418" y="2315488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121AC-F737-437E-AC11-1B72716AC8E4}">
      <dsp:nvSpPr>
        <dsp:cNvPr id="0" name=""/>
        <dsp:cNvSpPr/>
      </dsp:nvSpPr>
      <dsp:spPr>
        <a:xfrm>
          <a:off x="5625392" y="2429464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Responsable de Planta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45474" y="2449546"/>
        <a:ext cx="1039608" cy="645491"/>
      </dsp:txXfrm>
    </dsp:sp>
    <dsp:sp modelId="{2C6C7275-14D7-433B-829A-C20101498A39}">
      <dsp:nvSpPr>
        <dsp:cNvPr id="0" name=""/>
        <dsp:cNvSpPr/>
      </dsp:nvSpPr>
      <dsp:spPr>
        <a:xfrm>
          <a:off x="4204128" y="3315177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07BF5-A87B-4CE7-A162-CE2C89000939}">
      <dsp:nvSpPr>
        <dsp:cNvPr id="0" name=""/>
        <dsp:cNvSpPr/>
      </dsp:nvSpPr>
      <dsp:spPr>
        <a:xfrm>
          <a:off x="4324103" y="3429153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Responsable de Control de Calidad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44185" y="3449235"/>
        <a:ext cx="1039608" cy="645491"/>
      </dsp:txXfrm>
    </dsp:sp>
    <dsp:sp modelId="{1A8578BF-E3C6-444B-9C3A-DDEA5D3A281C}">
      <dsp:nvSpPr>
        <dsp:cNvPr id="0" name=""/>
        <dsp:cNvSpPr/>
      </dsp:nvSpPr>
      <dsp:spPr>
        <a:xfrm>
          <a:off x="5498529" y="3315177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9B4CB-186A-4EF9-91DB-AC5D36FBEBE8}">
      <dsp:nvSpPr>
        <dsp:cNvPr id="0" name=""/>
        <dsp:cNvSpPr/>
      </dsp:nvSpPr>
      <dsp:spPr>
        <a:xfrm>
          <a:off x="5618503" y="3429153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Responsable de Turno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38585" y="3449235"/>
        <a:ext cx="1039608" cy="645491"/>
      </dsp:txXfrm>
    </dsp:sp>
    <dsp:sp modelId="{B883C74F-1872-4E22-B17D-9C927321AD1C}">
      <dsp:nvSpPr>
        <dsp:cNvPr id="0" name=""/>
        <dsp:cNvSpPr/>
      </dsp:nvSpPr>
      <dsp:spPr>
        <a:xfrm>
          <a:off x="5499997" y="4314866"/>
          <a:ext cx="1079772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A517D-7A1C-494C-953F-2DB532753AFD}">
      <dsp:nvSpPr>
        <dsp:cNvPr id="0" name=""/>
        <dsp:cNvSpPr/>
      </dsp:nvSpPr>
      <dsp:spPr>
        <a:xfrm>
          <a:off x="5619972" y="4428842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Operarios de Planta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40054" y="4448924"/>
        <a:ext cx="1039608" cy="645491"/>
      </dsp:txXfrm>
    </dsp:sp>
    <dsp:sp modelId="{5C1F13D2-BC15-4ABA-A7C7-17F973BB42C4}">
      <dsp:nvSpPr>
        <dsp:cNvPr id="0" name=""/>
        <dsp:cNvSpPr/>
      </dsp:nvSpPr>
      <dsp:spPr>
        <a:xfrm>
          <a:off x="6843571" y="3315177"/>
          <a:ext cx="1236533" cy="6856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845B2-14E4-400C-9928-093B7425BA93}">
      <dsp:nvSpPr>
        <dsp:cNvPr id="0" name=""/>
        <dsp:cNvSpPr/>
      </dsp:nvSpPr>
      <dsp:spPr>
        <a:xfrm>
          <a:off x="6963545" y="3429153"/>
          <a:ext cx="1236533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Responsable de Mantenimiento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983627" y="3449235"/>
        <a:ext cx="1196369" cy="645491"/>
      </dsp:txXfrm>
    </dsp:sp>
    <dsp:sp modelId="{F2172E3E-D0ED-40CB-8457-C7238F8DE2CC}">
      <dsp:nvSpPr>
        <dsp:cNvPr id="0" name=""/>
        <dsp:cNvSpPr/>
      </dsp:nvSpPr>
      <dsp:spPr>
        <a:xfrm>
          <a:off x="7269886" y="1281835"/>
          <a:ext cx="2057926" cy="411132"/>
        </a:xfrm>
        <a:prstGeom prst="roundRect">
          <a:avLst>
            <a:gd name="adj" fmla="val 10000"/>
          </a:avLst>
        </a:prstGeom>
        <a:solidFill>
          <a:srgbClr val="4EA72E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A96ED-22D5-4119-B394-A022E84599A5}">
      <dsp:nvSpPr>
        <dsp:cNvPr id="0" name=""/>
        <dsp:cNvSpPr/>
      </dsp:nvSpPr>
      <dsp:spPr>
        <a:xfrm>
          <a:off x="7389861" y="1395811"/>
          <a:ext cx="2057926" cy="411132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96B2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Asesoría Legal / Contable</a:t>
          </a:r>
          <a:endParaRPr lang="en-US" sz="12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7401903" y="1407853"/>
        <a:ext cx="2033842" cy="387048"/>
      </dsp:txXfrm>
    </dsp:sp>
    <dsp:sp modelId="{61AE8F71-A46E-4C97-B074-C0E91F1E8607}">
      <dsp:nvSpPr>
        <dsp:cNvPr id="0" name=""/>
        <dsp:cNvSpPr/>
      </dsp:nvSpPr>
      <dsp:spPr>
        <a:xfrm>
          <a:off x="9123015" y="2315488"/>
          <a:ext cx="1079772" cy="685655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52F53-CC90-41C7-99EF-87A20397AFA5}">
      <dsp:nvSpPr>
        <dsp:cNvPr id="0" name=""/>
        <dsp:cNvSpPr/>
      </dsp:nvSpPr>
      <dsp:spPr>
        <a:xfrm>
          <a:off x="9242990" y="2429464"/>
          <a:ext cx="1079772" cy="685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Asesoria</a:t>
          </a:r>
          <a:r>
            <a:rPr lang="es-AR" sz="1200" kern="1200" dirty="0">
              <a:latin typeface="Arial" panose="020B0604020202020204" pitchFamily="34" charset="0"/>
              <a:cs typeface="Arial" panose="020B0604020202020204" pitchFamily="34" charset="0"/>
            </a:rPr>
            <a:t> QHSE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263072" y="2449546"/>
        <a:ext cx="1039608" cy="645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8FF9D-538E-4696-AAE6-4FC8482BD57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D90D9-4061-43AF-8F33-B5EA918D1C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8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D90D9-4061-43AF-8F33-B5EA918D1C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52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0F14F-7289-C040-49FD-5B0D19E84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A9EF11-2F12-A0C9-4A13-4A36DF9B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2D990F-5E9A-42FC-FA34-2E1801D8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F396C-68B3-A20B-726D-92F41C9C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48343-4765-B735-F716-9371A3A8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2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B4F4F-FB6C-5E6F-AF69-FA16E6FA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2D1E7A-22E1-A74E-F061-34BE47DA9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2E93CA-1D5E-274E-F700-ECF9665C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3CE92D-63F3-98FD-5B8D-04CB2FA2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EE98DD-A688-2224-B698-D5ABADDC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5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DDD1D-9AF2-9C3B-6D6F-E842C302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DEA5AB-84EE-B3A1-7693-3AA782D11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2152C6-0E70-8F39-99D2-3900441C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ED493B-A4A0-E49A-42AF-29B94EBB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F5C9A3-D9A0-08A0-00E5-2A481D39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7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18F31-5462-081F-6BB8-4D71FC5D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A7F574-5183-8A83-FC3F-412FF97D4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83CFEB-1923-A0ED-FBAF-32512CD94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5DDFFD-BA97-E63E-17D6-FE6D03EA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5CF545-AEAB-CCE1-315A-B9DE341C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431286-0E53-E162-22A9-1A7E9EF2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3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0AFD6-C52E-AEBF-2428-8A284BB4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CA127D-A749-47C2-7A18-ACE43462C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290BB8-BD68-729D-41EC-1D06FD296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2D17E2-091F-A42A-D546-C6A10A1E9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6F943F-3519-8779-774F-E6379CB0B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E7DFA3-926A-130D-8DAF-491A8FA1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B258EB-49C7-FD77-1F99-90332032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E6DFAC-75F0-743E-01E1-068A75E7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4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9EDDC-BBC6-FAF4-31BC-8D05F0DE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83EC43-E09B-C398-D28A-26A1F2A2E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19A374-67B6-A5BF-0A9F-732240D9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C09FBB-49F5-4AF9-402B-CD9EF7E9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8364C6-95BF-71D9-9809-7782DD9C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563C37-50B9-83CE-8966-C374F33A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5DCBAA-496C-5C13-372D-4E564641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9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F9DF8-CF05-5E2A-57D9-E5F8ACD93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F37A46-EFDB-F6E2-2AB7-25056C101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4CABF7-FD82-8D1E-F909-1564F4C6D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AB3F75-F3FD-55C2-A7DE-4588909B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8FEB86-A7C2-659E-5CA1-EF9A2495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032273-8AB5-366D-E24B-3D33F6DAE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5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6EB15-2060-1A35-1212-2E17985B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2F7C1E-DD80-0A05-86E8-EC99B4750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0B00B3-A309-2FB8-BA5D-D9DE7A638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2CBA0C-D43E-13E9-C431-12CAC1F6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C52AD6-0AEE-2DC3-AFB1-1A22AF14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CA4123-E80D-A38C-85D0-1BA1D401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72F87-71D8-4029-7305-281CC427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0A2CCF-0A40-8E4A-D1F7-C92933F02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FF054B-5CE2-E4B6-1B5E-A3D28061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081F43-724B-B8B5-3A17-239C1D5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2A8FF2-A7C4-BC39-BE75-5DD63CDA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9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1C46A4-BF7F-D0C8-A7C5-D34E08420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488B75-D5E6-A548-3D18-028068C64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1E8BBB-EE89-2ED4-7EF8-7E9A4EDC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5EF790-A072-E269-C0F2-AE4CD7D2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45C412-EB8F-BE85-25AE-ACC66A2CF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3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3CD249-442F-9931-A14D-E44B0508B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CAC2D1-C494-9BE0-7D21-F086B6308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6E9335-3C22-8D33-E46D-E6FB820BE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D3C3D-7414-4924-A120-FDD19F842E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624D53-9FED-7E4F-2A14-9870F192A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C24055-4232-CEEF-87D2-317498BF8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35CCA-EDAB-437E-97D3-D8E37D3D9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7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microsoft.com/office/2007/relationships/hdphoto" Target="../media/hdphoto1.wdp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1">
            <a:extLst>
              <a:ext uri="{FF2B5EF4-FFF2-40B4-BE49-F238E27FC236}">
                <a16:creationId xmlns:a16="http://schemas.microsoft.com/office/drawing/2014/main" id="{0CBA8527-B08D-8A37-0E32-29F1E7C51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152393"/>
              </p:ext>
            </p:extLst>
          </p:nvPr>
        </p:nvGraphicFramePr>
        <p:xfrm>
          <a:off x="614876" y="228900"/>
          <a:ext cx="10619169" cy="10100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21371">
                  <a:extLst>
                    <a:ext uri="{9D8B030D-6E8A-4147-A177-3AD203B41FA5}">
                      <a16:colId xmlns:a16="http://schemas.microsoft.com/office/drawing/2014/main" val="3400122355"/>
                    </a:ext>
                  </a:extLst>
                </a:gridCol>
                <a:gridCol w="6416715">
                  <a:extLst>
                    <a:ext uri="{9D8B030D-6E8A-4147-A177-3AD203B41FA5}">
                      <a16:colId xmlns:a16="http://schemas.microsoft.com/office/drawing/2014/main" val="3572443942"/>
                    </a:ext>
                  </a:extLst>
                </a:gridCol>
                <a:gridCol w="2281083">
                  <a:extLst>
                    <a:ext uri="{9D8B030D-6E8A-4147-A177-3AD203B41FA5}">
                      <a16:colId xmlns:a16="http://schemas.microsoft.com/office/drawing/2014/main" val="1883847718"/>
                    </a:ext>
                  </a:extLst>
                </a:gridCol>
              </a:tblGrid>
              <a:tr h="234596"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 rowSpan="4">
                  <a:txBody>
                    <a:bodyPr/>
                    <a:lstStyle/>
                    <a:p>
                      <a:pPr marL="228600" indent="-22860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228600" algn="l"/>
                          <a:tab pos="449580" algn="l"/>
                        </a:tabLst>
                      </a:pPr>
                      <a:r>
                        <a:rPr lang="es-AR" sz="1400" b="1" kern="0" dirty="0">
                          <a:effectLst/>
                          <a:latin typeface="Arial"/>
                          <a:cs typeface="Arial"/>
                        </a:rPr>
                        <a:t>ORGANIGRAMA</a:t>
                      </a:r>
                      <a:endParaRPr lang="es-AR" sz="1400" b="1" kern="0" baseline="0" dirty="0">
                        <a:effectLst/>
                        <a:latin typeface="Arial"/>
                        <a:cs typeface="Arial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effectLst/>
                          <a:latin typeface="Arial" pitchFamily="34" charset="0"/>
                          <a:ea typeface="Calibri" panose="020F0502020204030204" pitchFamily="34" charset="0"/>
                          <a:cs typeface="Arial" pitchFamily="34" charset="0"/>
                        </a:rPr>
                        <a:t>QDV - ANEXO II</a:t>
                      </a: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5147955"/>
                  </a:ext>
                </a:extLst>
              </a:tr>
              <a:tr h="258473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effectLst/>
                          <a:latin typeface="Arial"/>
                          <a:ea typeface="+mn-ea"/>
                          <a:cs typeface="Arial"/>
                        </a:rPr>
                        <a:t>Fecha</a:t>
                      </a:r>
                      <a:r>
                        <a:rPr lang="es-AR" sz="1200" b="1" baseline="0" dirty="0">
                          <a:effectLst/>
                          <a:latin typeface="Arial"/>
                          <a:ea typeface="+mn-ea"/>
                          <a:cs typeface="Arial"/>
                        </a:rPr>
                        <a:t> de vigencia: 12/05/2026</a:t>
                      </a: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771672225"/>
                  </a:ext>
                </a:extLst>
              </a:tr>
              <a:tr h="2584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AR" sz="1200" b="1" baseline="0" dirty="0">
                          <a:effectLst/>
                          <a:latin typeface="Arial"/>
                          <a:ea typeface="+mn-ea"/>
                          <a:cs typeface="Arial"/>
                        </a:rPr>
                        <a:t>Rev. 00</a:t>
                      </a: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750043221"/>
                  </a:ext>
                </a:extLst>
              </a:tr>
              <a:tr h="258473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1" dirty="0">
                          <a:effectLst/>
                          <a:latin typeface="Arial"/>
                          <a:ea typeface="+mn-ea"/>
                          <a:cs typeface="Arial"/>
                        </a:rPr>
                        <a:t>Página</a:t>
                      </a:r>
                      <a:r>
                        <a:rPr lang="es-AR" sz="1200" b="1" baseline="0" dirty="0">
                          <a:effectLst/>
                          <a:latin typeface="Arial"/>
                          <a:ea typeface="+mn-ea"/>
                          <a:cs typeface="Arial"/>
                        </a:rPr>
                        <a:t> 1 de 1</a:t>
                      </a:r>
                      <a:endParaRPr lang="es-AR" sz="1200" b="1" dirty="0">
                        <a:effectLst/>
                        <a:latin typeface="Arial"/>
                        <a:ea typeface="Calibri" panose="020F0502020204030204" pitchFamily="34" charset="0"/>
                        <a:cs typeface="Arial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30708688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4F5E054D-8C21-2747-1FD2-674DE7E55F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4370" r="94622">
                        <a14:foregroundMark x1="94622" y1="35098" x2="94622" y2="35098"/>
                        <a14:foregroundMark x1="7731" y1="33922" x2="7731" y2="33922"/>
                        <a14:foregroundMark x1="5042" y1="61961" x2="5042" y2="61961"/>
                        <a14:foregroundMark x1="4370" y1="35686" x2="4370" y2="356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3" y="228900"/>
            <a:ext cx="1157472" cy="993863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053A9BDD-A309-2FE4-611F-6D8EFE5B4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0329159"/>
              </p:ext>
            </p:extLst>
          </p:nvPr>
        </p:nvGraphicFramePr>
        <p:xfrm>
          <a:off x="727257" y="1517387"/>
          <a:ext cx="10323871" cy="6430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168378C-48CE-0981-7AB2-44808A637EDF}"/>
              </a:ext>
            </a:extLst>
          </p:cNvPr>
          <p:cNvSpPr txBox="1"/>
          <p:nvPr/>
        </p:nvSpPr>
        <p:spPr>
          <a:xfrm>
            <a:off x="9094675" y="6210462"/>
            <a:ext cx="331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Fecha de Actualización: 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12/05/2026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CB2C64-38A5-6771-35C8-5B50802101F9}"/>
              </a:ext>
            </a:extLst>
          </p:cNvPr>
          <p:cNvSpPr txBox="1"/>
          <p:nvPr/>
        </p:nvSpPr>
        <p:spPr>
          <a:xfrm>
            <a:off x="1057258" y="6128864"/>
            <a:ext cx="331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Servicios Externos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5B778A2-264B-2E4B-984D-EFC8DA5396CD}"/>
              </a:ext>
            </a:extLst>
          </p:cNvPr>
          <p:cNvSpPr/>
          <p:nvPr/>
        </p:nvSpPr>
        <p:spPr>
          <a:xfrm>
            <a:off x="315933" y="6017153"/>
            <a:ext cx="597886" cy="386619"/>
          </a:xfrm>
          <a:prstGeom prst="roundRect">
            <a:avLst>
              <a:gd name="adj" fmla="val 10000"/>
            </a:avLst>
          </a:prstGeom>
          <a:solidFill>
            <a:srgbClr val="4EA72E"/>
          </a:solidFill>
          <a:ln w="1905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DFEB82F-9F47-8F03-15DB-4364C2B8833C}"/>
              </a:ext>
            </a:extLst>
          </p:cNvPr>
          <p:cNvGrpSpPr/>
          <p:nvPr/>
        </p:nvGrpSpPr>
        <p:grpSpPr>
          <a:xfrm>
            <a:off x="406411" y="6096599"/>
            <a:ext cx="597886" cy="386619"/>
            <a:chOff x="194604" y="3429153"/>
            <a:chExt cx="1079772" cy="685655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5FDDFADE-735F-DC81-25AE-8786C04EDAAD}"/>
                </a:ext>
              </a:extLst>
            </p:cNvPr>
            <p:cNvSpPr/>
            <p:nvPr/>
          </p:nvSpPr>
          <p:spPr>
            <a:xfrm>
              <a:off x="194604" y="3429153"/>
              <a:ext cx="1079772" cy="685655"/>
            </a:xfrm>
            <a:prstGeom prst="roundRect">
              <a:avLst>
                <a:gd name="adj" fmla="val 10000"/>
              </a:avLst>
            </a:prstGeom>
            <a:solidFill>
              <a:prstClr val="white">
                <a:alpha val="90000"/>
                <a:hueOff val="0"/>
                <a:satOff val="0"/>
                <a:lumOff val="0"/>
                <a:alphaOff val="0"/>
              </a:prstClr>
            </a:solidFill>
            <a:ln w="19050" cap="flat" cmpd="sng" algn="ctr">
              <a:solidFill>
                <a:srgbClr val="196B24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ángulo: esquinas redondeadas 5">
              <a:extLst>
                <a:ext uri="{FF2B5EF4-FFF2-40B4-BE49-F238E27FC236}">
                  <a16:creationId xmlns:a16="http://schemas.microsoft.com/office/drawing/2014/main" id="{0A2CDB7B-7A3A-8DD2-7AFA-BBE15C152CBE}"/>
                </a:ext>
              </a:extLst>
            </p:cNvPr>
            <p:cNvSpPr txBox="1"/>
            <p:nvPr/>
          </p:nvSpPr>
          <p:spPr>
            <a:xfrm>
              <a:off x="214687" y="3449236"/>
              <a:ext cx="1039609" cy="6454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2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3678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68</Words>
  <Application>Microsoft Office PowerPoint</Application>
  <PresentationFormat>Panorámica</PresentationFormat>
  <Paragraphs>22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Taira Romero</dc:creator>
  <cp:lastModifiedBy>Taira Romero</cp:lastModifiedBy>
  <cp:revision>2</cp:revision>
  <dcterms:created xsi:type="dcterms:W3CDTF">2026-05-12T12:26:21Z</dcterms:created>
  <dcterms:modified xsi:type="dcterms:W3CDTF">2026-05-12T15:06:29Z</dcterms:modified>
</cp:coreProperties>
</file>